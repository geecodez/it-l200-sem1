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59" r:id="rId8"/>
    <p:sldId id="277" r:id="rId9"/>
    <p:sldId id="263" r:id="rId10"/>
    <p:sldId id="264" r:id="rId11"/>
    <p:sldId id="266" r:id="rId12"/>
    <p:sldId id="265" r:id="rId13"/>
    <p:sldId id="267" r:id="rId14"/>
    <p:sldId id="268" r:id="rId15"/>
    <p:sldId id="269" r:id="rId16"/>
    <p:sldId id="270" r:id="rId17"/>
    <p:sldId id="271" r:id="rId18"/>
    <p:sldId id="272"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FBCE60-AE04-4209-A226-415A726AD20B}"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CE771FC4-5FA4-456E-AB07-D08275AF20CC}">
      <dgm:prSet/>
      <dgm:spPr/>
      <dgm:t>
        <a:bodyPr/>
        <a:lstStyle/>
        <a:p>
          <a:r>
            <a:rPr lang="en-US" b="1" dirty="0">
              <a:latin typeface="Times New Roman" panose="02020603050405020304" pitchFamily="18" charset="0"/>
              <a:cs typeface="Times New Roman" panose="02020603050405020304" pitchFamily="18" charset="0"/>
            </a:rPr>
            <a:t>DATA STRUCTURES </a:t>
          </a:r>
          <a:r>
            <a:rPr lang="en-US" b="1">
              <a:latin typeface="Times New Roman" panose="02020603050405020304" pitchFamily="18" charset="0"/>
              <a:cs typeface="Times New Roman" panose="02020603050405020304" pitchFamily="18" charset="0"/>
            </a:rPr>
            <a:t>AND ALGORITHMS</a:t>
          </a:r>
          <a:endParaRPr lang="en-US" dirty="0">
            <a:latin typeface="Times New Roman" panose="02020603050405020304" pitchFamily="18" charset="0"/>
            <a:cs typeface="Times New Roman" panose="02020603050405020304" pitchFamily="18" charset="0"/>
          </a:endParaRPr>
        </a:p>
      </dgm:t>
    </dgm:pt>
    <dgm:pt modelId="{F36B83EF-10CF-475C-BD39-D66E699F01A1}" type="parTrans" cxnId="{BABEBF6B-B7ED-49D9-80B0-311574BB9AEF}">
      <dgm:prSet/>
      <dgm:spPr/>
      <dgm:t>
        <a:bodyPr/>
        <a:lstStyle/>
        <a:p>
          <a:endParaRPr lang="en-US"/>
        </a:p>
      </dgm:t>
    </dgm:pt>
    <dgm:pt modelId="{89DDC522-7015-4A17-9755-F47B4F004906}" type="sibTrans" cxnId="{BABEBF6B-B7ED-49D9-80B0-311574BB9AEF}">
      <dgm:prSet/>
      <dgm:spPr/>
      <dgm:t>
        <a:bodyPr/>
        <a:lstStyle/>
        <a:p>
          <a:endParaRPr lang="en-US"/>
        </a:p>
      </dgm:t>
    </dgm:pt>
    <dgm:pt modelId="{7804737C-2879-42BF-ACB0-5C8E0A3C8490}" type="pres">
      <dgm:prSet presAssocID="{6DFBCE60-AE04-4209-A226-415A726AD20B}" presName="CompostProcess" presStyleCnt="0">
        <dgm:presLayoutVars>
          <dgm:dir/>
          <dgm:resizeHandles val="exact"/>
        </dgm:presLayoutVars>
      </dgm:prSet>
      <dgm:spPr/>
    </dgm:pt>
    <dgm:pt modelId="{9898B88D-62C6-4F4C-AC67-05DE006088B8}" type="pres">
      <dgm:prSet presAssocID="{6DFBCE60-AE04-4209-A226-415A726AD20B}" presName="arrow" presStyleLbl="bgShp" presStyleIdx="0" presStyleCnt="1"/>
      <dgm:spPr/>
    </dgm:pt>
    <dgm:pt modelId="{4A3AC4B6-D370-434E-8580-961DECFB8CE0}" type="pres">
      <dgm:prSet presAssocID="{6DFBCE60-AE04-4209-A226-415A726AD20B}" presName="linearProcess" presStyleCnt="0"/>
      <dgm:spPr/>
    </dgm:pt>
    <dgm:pt modelId="{785A457C-75FF-4DFC-8E53-1A789CCF42C7}" type="pres">
      <dgm:prSet presAssocID="{CE771FC4-5FA4-456E-AB07-D08275AF20CC}" presName="textNode" presStyleLbl="node1" presStyleIdx="0" presStyleCnt="1">
        <dgm:presLayoutVars>
          <dgm:bulletEnabled val="1"/>
        </dgm:presLayoutVars>
      </dgm:prSet>
      <dgm:spPr/>
    </dgm:pt>
  </dgm:ptLst>
  <dgm:cxnLst>
    <dgm:cxn modelId="{DC5DE125-047E-4387-97E3-6BE84971BE2C}" type="presOf" srcId="{6DFBCE60-AE04-4209-A226-415A726AD20B}" destId="{7804737C-2879-42BF-ACB0-5C8E0A3C8490}" srcOrd="0" destOrd="0" presId="urn:microsoft.com/office/officeart/2005/8/layout/hProcess9"/>
    <dgm:cxn modelId="{BABEBF6B-B7ED-49D9-80B0-311574BB9AEF}" srcId="{6DFBCE60-AE04-4209-A226-415A726AD20B}" destId="{CE771FC4-5FA4-456E-AB07-D08275AF20CC}" srcOrd="0" destOrd="0" parTransId="{F36B83EF-10CF-475C-BD39-D66E699F01A1}" sibTransId="{89DDC522-7015-4A17-9755-F47B4F004906}"/>
    <dgm:cxn modelId="{99BBDCE2-D86E-40BB-85B2-623B437D2BA4}" type="presOf" srcId="{CE771FC4-5FA4-456E-AB07-D08275AF20CC}" destId="{785A457C-75FF-4DFC-8E53-1A789CCF42C7}" srcOrd="0" destOrd="0" presId="urn:microsoft.com/office/officeart/2005/8/layout/hProcess9"/>
    <dgm:cxn modelId="{A3A5A586-2490-42FD-8749-88BAD3473662}" type="presParOf" srcId="{7804737C-2879-42BF-ACB0-5C8E0A3C8490}" destId="{9898B88D-62C6-4F4C-AC67-05DE006088B8}" srcOrd="0" destOrd="0" presId="urn:microsoft.com/office/officeart/2005/8/layout/hProcess9"/>
    <dgm:cxn modelId="{0FEBED09-C0C1-4A52-A1BD-ACE32595C027}" type="presParOf" srcId="{7804737C-2879-42BF-ACB0-5C8E0A3C8490}" destId="{4A3AC4B6-D370-434E-8580-961DECFB8CE0}" srcOrd="1" destOrd="0" presId="urn:microsoft.com/office/officeart/2005/8/layout/hProcess9"/>
    <dgm:cxn modelId="{83BA7989-FD02-4E4B-9FB3-753F1D29E10E}" type="presParOf" srcId="{4A3AC4B6-D370-434E-8580-961DECFB8CE0}" destId="{785A457C-75FF-4DFC-8E53-1A789CCF42C7}"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1C5A78-688F-4E72-9E3E-AA38FA31AC95}"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70ECDA92-F911-402B-AE4B-6C499AC9117C}">
      <dgm:prSet/>
      <dgm:spPr/>
      <dgm:t>
        <a:bodyPr/>
        <a:lstStyle/>
        <a:p>
          <a:r>
            <a:rPr lang="en-US" b="1"/>
            <a:t>DATA ORGANIZATION </a:t>
          </a:r>
          <a:endParaRPr lang="en-US"/>
        </a:p>
      </dgm:t>
    </dgm:pt>
    <dgm:pt modelId="{1B0AE998-5650-4A3F-8B7A-9B11096EBE1A}" type="parTrans" cxnId="{99D26894-24AA-4D06-B651-0F2737E10B70}">
      <dgm:prSet/>
      <dgm:spPr/>
      <dgm:t>
        <a:bodyPr/>
        <a:lstStyle/>
        <a:p>
          <a:endParaRPr lang="en-US"/>
        </a:p>
      </dgm:t>
    </dgm:pt>
    <dgm:pt modelId="{273A8B45-32B2-4ADD-B22B-AC1A9ECBF319}" type="sibTrans" cxnId="{99D26894-24AA-4D06-B651-0F2737E10B70}">
      <dgm:prSet/>
      <dgm:spPr/>
      <dgm:t>
        <a:bodyPr/>
        <a:lstStyle/>
        <a:p>
          <a:endParaRPr lang="en-US"/>
        </a:p>
      </dgm:t>
    </dgm:pt>
    <dgm:pt modelId="{50E0E1E7-5276-451C-9C5D-9C5550B1C31C}">
      <dgm:prSet/>
      <dgm:spPr/>
      <dgm:t>
        <a:bodyPr/>
        <a:lstStyle/>
        <a:p>
          <a:r>
            <a:rPr lang="en-US" b="1"/>
            <a:t>WEEK 2</a:t>
          </a:r>
          <a:endParaRPr lang="en-US"/>
        </a:p>
      </dgm:t>
    </dgm:pt>
    <dgm:pt modelId="{5E80FC73-CD94-4335-8D90-EBA67E63F10C}" type="parTrans" cxnId="{14ED67EC-68A9-4468-81BD-2ECA5E003C62}">
      <dgm:prSet/>
      <dgm:spPr/>
      <dgm:t>
        <a:bodyPr/>
        <a:lstStyle/>
        <a:p>
          <a:endParaRPr lang="en-US"/>
        </a:p>
      </dgm:t>
    </dgm:pt>
    <dgm:pt modelId="{CA950E67-BC5B-42AD-9F21-FE27F5B48365}" type="sibTrans" cxnId="{14ED67EC-68A9-4468-81BD-2ECA5E003C62}">
      <dgm:prSet/>
      <dgm:spPr/>
      <dgm:t>
        <a:bodyPr/>
        <a:lstStyle/>
        <a:p>
          <a:endParaRPr lang="en-US"/>
        </a:p>
      </dgm:t>
    </dgm:pt>
    <dgm:pt modelId="{C5915D46-585C-4ED5-AB03-0C836FFCF8B5}" type="pres">
      <dgm:prSet presAssocID="{E21C5A78-688F-4E72-9E3E-AA38FA31AC95}" presName="diagram" presStyleCnt="0">
        <dgm:presLayoutVars>
          <dgm:chPref val="1"/>
          <dgm:dir/>
          <dgm:animOne val="branch"/>
          <dgm:animLvl val="lvl"/>
          <dgm:resizeHandles/>
        </dgm:presLayoutVars>
      </dgm:prSet>
      <dgm:spPr/>
    </dgm:pt>
    <dgm:pt modelId="{2446AEB6-DE4C-418D-84EA-09C617AB979D}" type="pres">
      <dgm:prSet presAssocID="{70ECDA92-F911-402B-AE4B-6C499AC9117C}" presName="root" presStyleCnt="0"/>
      <dgm:spPr/>
    </dgm:pt>
    <dgm:pt modelId="{C2E70158-D4E0-45F4-8DC0-EA85090F2511}" type="pres">
      <dgm:prSet presAssocID="{70ECDA92-F911-402B-AE4B-6C499AC9117C}" presName="rootComposite" presStyleCnt="0"/>
      <dgm:spPr/>
    </dgm:pt>
    <dgm:pt modelId="{A3CF2F8B-EB48-4646-AE1F-0F1525ECFFFF}" type="pres">
      <dgm:prSet presAssocID="{70ECDA92-F911-402B-AE4B-6C499AC9117C}" presName="rootText" presStyleLbl="node1" presStyleIdx="0" presStyleCnt="2"/>
      <dgm:spPr/>
    </dgm:pt>
    <dgm:pt modelId="{36F58BA0-79DB-402A-A093-820ECBAC3DDF}" type="pres">
      <dgm:prSet presAssocID="{70ECDA92-F911-402B-AE4B-6C499AC9117C}" presName="rootConnector" presStyleLbl="node1" presStyleIdx="0" presStyleCnt="2"/>
      <dgm:spPr/>
    </dgm:pt>
    <dgm:pt modelId="{3DDA6BA8-015A-46FA-A99A-87C25A023042}" type="pres">
      <dgm:prSet presAssocID="{70ECDA92-F911-402B-AE4B-6C499AC9117C}" presName="childShape" presStyleCnt="0"/>
      <dgm:spPr/>
    </dgm:pt>
    <dgm:pt modelId="{77122134-8423-415E-9BE9-308E76ECC0E6}" type="pres">
      <dgm:prSet presAssocID="{50E0E1E7-5276-451C-9C5D-9C5550B1C31C}" presName="root" presStyleCnt="0"/>
      <dgm:spPr/>
    </dgm:pt>
    <dgm:pt modelId="{81AFA743-9455-4FAF-A3A5-0BB37A5A3195}" type="pres">
      <dgm:prSet presAssocID="{50E0E1E7-5276-451C-9C5D-9C5550B1C31C}" presName="rootComposite" presStyleCnt="0"/>
      <dgm:spPr/>
    </dgm:pt>
    <dgm:pt modelId="{9BB27DBC-097B-4C9B-89AC-30031BBD5E44}" type="pres">
      <dgm:prSet presAssocID="{50E0E1E7-5276-451C-9C5D-9C5550B1C31C}" presName="rootText" presStyleLbl="node1" presStyleIdx="1" presStyleCnt="2"/>
      <dgm:spPr/>
    </dgm:pt>
    <dgm:pt modelId="{B7F93EE6-99E2-4322-BFF9-7AF3F9C95697}" type="pres">
      <dgm:prSet presAssocID="{50E0E1E7-5276-451C-9C5D-9C5550B1C31C}" presName="rootConnector" presStyleLbl="node1" presStyleIdx="1" presStyleCnt="2"/>
      <dgm:spPr/>
    </dgm:pt>
    <dgm:pt modelId="{570198FE-817F-4C0D-9326-B42F3A244E25}" type="pres">
      <dgm:prSet presAssocID="{50E0E1E7-5276-451C-9C5D-9C5550B1C31C}" presName="childShape" presStyleCnt="0"/>
      <dgm:spPr/>
    </dgm:pt>
  </dgm:ptLst>
  <dgm:cxnLst>
    <dgm:cxn modelId="{F65A9D04-6E72-4DC8-A9EF-0329AF724301}" type="presOf" srcId="{E21C5A78-688F-4E72-9E3E-AA38FA31AC95}" destId="{C5915D46-585C-4ED5-AB03-0C836FFCF8B5}" srcOrd="0" destOrd="0" presId="urn:microsoft.com/office/officeart/2005/8/layout/hierarchy3"/>
    <dgm:cxn modelId="{24F0A63D-1EFF-4750-907D-B5B83621BC7A}" type="presOf" srcId="{70ECDA92-F911-402B-AE4B-6C499AC9117C}" destId="{36F58BA0-79DB-402A-A093-820ECBAC3DDF}" srcOrd="1" destOrd="0" presId="urn:microsoft.com/office/officeart/2005/8/layout/hierarchy3"/>
    <dgm:cxn modelId="{03A35573-B955-4070-877D-751B885EE279}" type="presOf" srcId="{50E0E1E7-5276-451C-9C5D-9C5550B1C31C}" destId="{B7F93EE6-99E2-4322-BFF9-7AF3F9C95697}" srcOrd="1" destOrd="0" presId="urn:microsoft.com/office/officeart/2005/8/layout/hierarchy3"/>
    <dgm:cxn modelId="{167A4D7B-2697-4C9C-91D1-D93361309D4E}" type="presOf" srcId="{50E0E1E7-5276-451C-9C5D-9C5550B1C31C}" destId="{9BB27DBC-097B-4C9B-89AC-30031BBD5E44}" srcOrd="0" destOrd="0" presId="urn:microsoft.com/office/officeart/2005/8/layout/hierarchy3"/>
    <dgm:cxn modelId="{99D26894-24AA-4D06-B651-0F2737E10B70}" srcId="{E21C5A78-688F-4E72-9E3E-AA38FA31AC95}" destId="{70ECDA92-F911-402B-AE4B-6C499AC9117C}" srcOrd="0" destOrd="0" parTransId="{1B0AE998-5650-4A3F-8B7A-9B11096EBE1A}" sibTransId="{273A8B45-32B2-4ADD-B22B-AC1A9ECBF319}"/>
    <dgm:cxn modelId="{77D55ACA-924E-4975-8B42-0C4C9031316B}" type="presOf" srcId="{70ECDA92-F911-402B-AE4B-6C499AC9117C}" destId="{A3CF2F8B-EB48-4646-AE1F-0F1525ECFFFF}" srcOrd="0" destOrd="0" presId="urn:microsoft.com/office/officeart/2005/8/layout/hierarchy3"/>
    <dgm:cxn modelId="{14ED67EC-68A9-4468-81BD-2ECA5E003C62}" srcId="{E21C5A78-688F-4E72-9E3E-AA38FA31AC95}" destId="{50E0E1E7-5276-451C-9C5D-9C5550B1C31C}" srcOrd="1" destOrd="0" parTransId="{5E80FC73-CD94-4335-8D90-EBA67E63F10C}" sibTransId="{CA950E67-BC5B-42AD-9F21-FE27F5B48365}"/>
    <dgm:cxn modelId="{8F510F31-B7FC-4C4D-8FCD-22CAAF69A4C7}" type="presParOf" srcId="{C5915D46-585C-4ED5-AB03-0C836FFCF8B5}" destId="{2446AEB6-DE4C-418D-84EA-09C617AB979D}" srcOrd="0" destOrd="0" presId="urn:microsoft.com/office/officeart/2005/8/layout/hierarchy3"/>
    <dgm:cxn modelId="{3D2EE0B3-9AE5-43DB-B175-6E255F5FE03F}" type="presParOf" srcId="{2446AEB6-DE4C-418D-84EA-09C617AB979D}" destId="{C2E70158-D4E0-45F4-8DC0-EA85090F2511}" srcOrd="0" destOrd="0" presId="urn:microsoft.com/office/officeart/2005/8/layout/hierarchy3"/>
    <dgm:cxn modelId="{246389C2-3C6D-4ED9-9370-10AAE48BD14B}" type="presParOf" srcId="{C2E70158-D4E0-45F4-8DC0-EA85090F2511}" destId="{A3CF2F8B-EB48-4646-AE1F-0F1525ECFFFF}" srcOrd="0" destOrd="0" presId="urn:microsoft.com/office/officeart/2005/8/layout/hierarchy3"/>
    <dgm:cxn modelId="{DFB71DCB-0A10-4371-8AD7-4378DE3ED4FB}" type="presParOf" srcId="{C2E70158-D4E0-45F4-8DC0-EA85090F2511}" destId="{36F58BA0-79DB-402A-A093-820ECBAC3DDF}" srcOrd="1" destOrd="0" presId="urn:microsoft.com/office/officeart/2005/8/layout/hierarchy3"/>
    <dgm:cxn modelId="{D63ADE11-AEFA-4542-825A-F24CC763A009}" type="presParOf" srcId="{2446AEB6-DE4C-418D-84EA-09C617AB979D}" destId="{3DDA6BA8-015A-46FA-A99A-87C25A023042}" srcOrd="1" destOrd="0" presId="urn:microsoft.com/office/officeart/2005/8/layout/hierarchy3"/>
    <dgm:cxn modelId="{BBDDB4B6-34C2-4213-82A0-4CD9435306E7}" type="presParOf" srcId="{C5915D46-585C-4ED5-AB03-0C836FFCF8B5}" destId="{77122134-8423-415E-9BE9-308E76ECC0E6}" srcOrd="1" destOrd="0" presId="urn:microsoft.com/office/officeart/2005/8/layout/hierarchy3"/>
    <dgm:cxn modelId="{EE52FC3D-2901-42EF-BC39-C4A4BE23F724}" type="presParOf" srcId="{77122134-8423-415E-9BE9-308E76ECC0E6}" destId="{81AFA743-9455-4FAF-A3A5-0BB37A5A3195}" srcOrd="0" destOrd="0" presId="urn:microsoft.com/office/officeart/2005/8/layout/hierarchy3"/>
    <dgm:cxn modelId="{591E7223-801A-42A7-A32C-4FBB4539122F}" type="presParOf" srcId="{81AFA743-9455-4FAF-A3A5-0BB37A5A3195}" destId="{9BB27DBC-097B-4C9B-89AC-30031BBD5E44}" srcOrd="0" destOrd="0" presId="urn:microsoft.com/office/officeart/2005/8/layout/hierarchy3"/>
    <dgm:cxn modelId="{A1C05C1F-12FD-48B0-898A-AAB5132EEC8C}" type="presParOf" srcId="{81AFA743-9455-4FAF-A3A5-0BB37A5A3195}" destId="{B7F93EE6-99E2-4322-BFF9-7AF3F9C95697}" srcOrd="1" destOrd="0" presId="urn:microsoft.com/office/officeart/2005/8/layout/hierarchy3"/>
    <dgm:cxn modelId="{95286410-399E-48AA-90CA-B9BB31CB745F}" type="presParOf" srcId="{77122134-8423-415E-9BE9-308E76ECC0E6}" destId="{570198FE-817F-4C0D-9326-B42F3A244E25}"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5FFD44-D742-45D7-B0FD-8E7BA584C4E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542166A-DB2F-4172-AADD-FB45BBBEB2CD}">
      <dgm:prSet custT="1"/>
      <dgm:spPr/>
      <dgm:t>
        <a:bodyPr/>
        <a:lstStyle/>
        <a:p>
          <a:r>
            <a:rPr lang="en-US" sz="4400" b="1" dirty="0">
              <a:latin typeface="Times New Roman" panose="02020603050405020304" pitchFamily="18" charset="0"/>
              <a:cs typeface="Times New Roman" panose="02020603050405020304" pitchFamily="18" charset="0"/>
            </a:rPr>
            <a:t>INTRODUCTION</a:t>
          </a:r>
          <a:endParaRPr lang="en-US" sz="4400" dirty="0">
            <a:latin typeface="Times New Roman" panose="02020603050405020304" pitchFamily="18" charset="0"/>
            <a:cs typeface="Times New Roman" panose="02020603050405020304" pitchFamily="18" charset="0"/>
          </a:endParaRPr>
        </a:p>
      </dgm:t>
    </dgm:pt>
    <dgm:pt modelId="{4D94695A-B867-46F8-93EB-5C80DA4970A5}" type="parTrans" cxnId="{983D98B8-C872-487F-A4D2-67CE114C2582}">
      <dgm:prSet/>
      <dgm:spPr/>
      <dgm:t>
        <a:bodyPr/>
        <a:lstStyle/>
        <a:p>
          <a:endParaRPr lang="en-US"/>
        </a:p>
      </dgm:t>
    </dgm:pt>
    <dgm:pt modelId="{9B9910C1-3408-4BA6-9E9C-5A348ABE1058}" type="sibTrans" cxnId="{983D98B8-C872-487F-A4D2-67CE114C2582}">
      <dgm:prSet/>
      <dgm:spPr/>
      <dgm:t>
        <a:bodyPr/>
        <a:lstStyle/>
        <a:p>
          <a:endParaRPr lang="en-US"/>
        </a:p>
      </dgm:t>
    </dgm:pt>
    <dgm:pt modelId="{953BD736-CB12-4DDE-9558-1E9BF3FB1CD5}" type="pres">
      <dgm:prSet presAssocID="{745FFD44-D742-45D7-B0FD-8E7BA584C4E4}" presName="Name0" presStyleCnt="0">
        <dgm:presLayoutVars>
          <dgm:dir/>
          <dgm:animLvl val="lvl"/>
          <dgm:resizeHandles val="exact"/>
        </dgm:presLayoutVars>
      </dgm:prSet>
      <dgm:spPr/>
    </dgm:pt>
    <dgm:pt modelId="{1ED35F89-F293-40CB-AA46-410988F2D7A3}" type="pres">
      <dgm:prSet presAssocID="{7542166A-DB2F-4172-AADD-FB45BBBEB2CD}" presName="linNode" presStyleCnt="0"/>
      <dgm:spPr/>
    </dgm:pt>
    <dgm:pt modelId="{5B7C38D4-E68F-4FB1-9DB6-8CA4D238C7FC}" type="pres">
      <dgm:prSet presAssocID="{7542166A-DB2F-4172-AADD-FB45BBBEB2CD}" presName="parentText" presStyleLbl="node1" presStyleIdx="0" presStyleCnt="1" custScaleX="177459">
        <dgm:presLayoutVars>
          <dgm:chMax val="1"/>
          <dgm:bulletEnabled val="1"/>
        </dgm:presLayoutVars>
      </dgm:prSet>
      <dgm:spPr/>
    </dgm:pt>
  </dgm:ptLst>
  <dgm:cxnLst>
    <dgm:cxn modelId="{941B138E-F19D-4811-B78A-41EC18DC3C32}" type="presOf" srcId="{7542166A-DB2F-4172-AADD-FB45BBBEB2CD}" destId="{5B7C38D4-E68F-4FB1-9DB6-8CA4D238C7FC}" srcOrd="0" destOrd="0" presId="urn:microsoft.com/office/officeart/2005/8/layout/vList5"/>
    <dgm:cxn modelId="{983D98B8-C872-487F-A4D2-67CE114C2582}" srcId="{745FFD44-D742-45D7-B0FD-8E7BA584C4E4}" destId="{7542166A-DB2F-4172-AADD-FB45BBBEB2CD}" srcOrd="0" destOrd="0" parTransId="{4D94695A-B867-46F8-93EB-5C80DA4970A5}" sibTransId="{9B9910C1-3408-4BA6-9E9C-5A348ABE1058}"/>
    <dgm:cxn modelId="{B7EC67CE-62BF-4E0C-B6D5-E291CDAC50D7}" type="presOf" srcId="{745FFD44-D742-45D7-B0FD-8E7BA584C4E4}" destId="{953BD736-CB12-4DDE-9558-1E9BF3FB1CD5}" srcOrd="0" destOrd="0" presId="urn:microsoft.com/office/officeart/2005/8/layout/vList5"/>
    <dgm:cxn modelId="{E3D163CF-0492-4B21-8C7F-D8E94E4D00D0}" type="presParOf" srcId="{953BD736-CB12-4DDE-9558-1E9BF3FB1CD5}" destId="{1ED35F89-F293-40CB-AA46-410988F2D7A3}" srcOrd="0" destOrd="0" presId="urn:microsoft.com/office/officeart/2005/8/layout/vList5"/>
    <dgm:cxn modelId="{DE1B4787-30A4-49E3-A91B-F411451FCEA3}" type="presParOf" srcId="{1ED35F89-F293-40CB-AA46-410988F2D7A3}" destId="{5B7C38D4-E68F-4FB1-9DB6-8CA4D238C7FC}"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FD627E-FEC6-4AA2-92E7-186F5C9959E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815D9ED-B9E7-42F7-8AC2-DF0FA9EDB479}">
      <dgm:prSet custT="1"/>
      <dgm:spPr/>
      <dgm:t>
        <a:bodyPr/>
        <a:lstStyle/>
        <a:p>
          <a:r>
            <a:rPr lang="en-US" sz="4400" b="1" dirty="0">
              <a:latin typeface="Times New Roman" panose="02020603050405020304" pitchFamily="18" charset="0"/>
              <a:cs typeface="Times New Roman" panose="02020603050405020304" pitchFamily="18" charset="0"/>
            </a:rPr>
            <a:t>DATA ORGANIZATION </a:t>
          </a:r>
          <a:endParaRPr lang="en-US" sz="4400" dirty="0">
            <a:latin typeface="Times New Roman" panose="02020603050405020304" pitchFamily="18" charset="0"/>
            <a:cs typeface="Times New Roman" panose="02020603050405020304" pitchFamily="18" charset="0"/>
          </a:endParaRPr>
        </a:p>
      </dgm:t>
    </dgm:pt>
    <dgm:pt modelId="{201E9D73-BB1A-42D4-9319-5357FA3DED84}" type="parTrans" cxnId="{22F04F82-23AB-45E5-984C-162DFFF27F79}">
      <dgm:prSet/>
      <dgm:spPr/>
      <dgm:t>
        <a:bodyPr/>
        <a:lstStyle/>
        <a:p>
          <a:endParaRPr lang="en-US"/>
        </a:p>
      </dgm:t>
    </dgm:pt>
    <dgm:pt modelId="{AE61A40F-C80F-4F04-A599-2671CFA403D5}" type="sibTrans" cxnId="{22F04F82-23AB-45E5-984C-162DFFF27F79}">
      <dgm:prSet/>
      <dgm:spPr/>
      <dgm:t>
        <a:bodyPr/>
        <a:lstStyle/>
        <a:p>
          <a:endParaRPr lang="en-US"/>
        </a:p>
      </dgm:t>
    </dgm:pt>
    <dgm:pt modelId="{65FDB6AF-CF5F-4146-BB77-BFCF8B24313D}" type="pres">
      <dgm:prSet presAssocID="{1EFD627E-FEC6-4AA2-92E7-186F5C9959E6}" presName="Name0" presStyleCnt="0">
        <dgm:presLayoutVars>
          <dgm:dir/>
          <dgm:animLvl val="lvl"/>
          <dgm:resizeHandles val="exact"/>
        </dgm:presLayoutVars>
      </dgm:prSet>
      <dgm:spPr/>
    </dgm:pt>
    <dgm:pt modelId="{471FF018-F0B7-44FD-8B31-BC520D51C187}" type="pres">
      <dgm:prSet presAssocID="{2815D9ED-B9E7-42F7-8AC2-DF0FA9EDB479}" presName="linNode" presStyleCnt="0"/>
      <dgm:spPr/>
    </dgm:pt>
    <dgm:pt modelId="{8247789C-7F4C-4F3C-87ED-46A5695BDA1B}" type="pres">
      <dgm:prSet presAssocID="{2815D9ED-B9E7-42F7-8AC2-DF0FA9EDB479}" presName="parentText" presStyleLbl="node1" presStyleIdx="0" presStyleCnt="1" custScaleX="218952" custLinFactNeighborY="665">
        <dgm:presLayoutVars>
          <dgm:chMax val="1"/>
          <dgm:bulletEnabled val="1"/>
        </dgm:presLayoutVars>
      </dgm:prSet>
      <dgm:spPr/>
    </dgm:pt>
  </dgm:ptLst>
  <dgm:cxnLst>
    <dgm:cxn modelId="{3F2CC01D-B760-41E5-8736-AFFFBF1FC0B7}" type="presOf" srcId="{1EFD627E-FEC6-4AA2-92E7-186F5C9959E6}" destId="{65FDB6AF-CF5F-4146-BB77-BFCF8B24313D}" srcOrd="0" destOrd="0" presId="urn:microsoft.com/office/officeart/2005/8/layout/vList5"/>
    <dgm:cxn modelId="{22F04F82-23AB-45E5-984C-162DFFF27F79}" srcId="{1EFD627E-FEC6-4AA2-92E7-186F5C9959E6}" destId="{2815D9ED-B9E7-42F7-8AC2-DF0FA9EDB479}" srcOrd="0" destOrd="0" parTransId="{201E9D73-BB1A-42D4-9319-5357FA3DED84}" sibTransId="{AE61A40F-C80F-4F04-A599-2671CFA403D5}"/>
    <dgm:cxn modelId="{7E8CE2B0-4DAF-4605-BFF9-09A7B7D971EF}" type="presOf" srcId="{2815D9ED-B9E7-42F7-8AC2-DF0FA9EDB479}" destId="{8247789C-7F4C-4F3C-87ED-46A5695BDA1B}" srcOrd="0" destOrd="0" presId="urn:microsoft.com/office/officeart/2005/8/layout/vList5"/>
    <dgm:cxn modelId="{8F100035-7BDE-4DCF-92DC-ABA50F6B2412}" type="presParOf" srcId="{65FDB6AF-CF5F-4146-BB77-BFCF8B24313D}" destId="{471FF018-F0B7-44FD-8B31-BC520D51C187}" srcOrd="0" destOrd="0" presId="urn:microsoft.com/office/officeart/2005/8/layout/vList5"/>
    <dgm:cxn modelId="{7E60F822-C581-44CC-BB1A-1FBB55CCF815}" type="presParOf" srcId="{471FF018-F0B7-44FD-8B31-BC520D51C187}" destId="{8247789C-7F4C-4F3C-87ED-46A5695BDA1B}"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DFB3471-F3D1-4067-A0C0-2D74EFFBF50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12BE5F0-EF68-48C5-8233-B077F0C8B155}">
      <dgm:prSet custT="1"/>
      <dgm:spPr/>
      <dgm:t>
        <a:bodyPr/>
        <a:lstStyle/>
        <a:p>
          <a:r>
            <a:rPr lang="en-US" sz="4400" b="1" dirty="0">
              <a:latin typeface="Times New Roman" panose="02020603050405020304" pitchFamily="18" charset="0"/>
              <a:cs typeface="Times New Roman" panose="02020603050405020304" pitchFamily="18" charset="0"/>
            </a:rPr>
            <a:t>IMPORTANCE OF DATA ORGANIZATION </a:t>
          </a:r>
        </a:p>
      </dgm:t>
    </dgm:pt>
    <dgm:pt modelId="{D7CB8041-3F6D-4C78-8165-626BAA1AEE00}" type="parTrans" cxnId="{BCDD1F78-DBEE-45DB-A334-A132803A5954}">
      <dgm:prSet/>
      <dgm:spPr/>
      <dgm:t>
        <a:bodyPr/>
        <a:lstStyle/>
        <a:p>
          <a:endParaRPr lang="en-US"/>
        </a:p>
      </dgm:t>
    </dgm:pt>
    <dgm:pt modelId="{C2AC0F08-7AC7-481C-9F13-B881DBBC730D}" type="sibTrans" cxnId="{BCDD1F78-DBEE-45DB-A334-A132803A5954}">
      <dgm:prSet/>
      <dgm:spPr/>
      <dgm:t>
        <a:bodyPr/>
        <a:lstStyle/>
        <a:p>
          <a:endParaRPr lang="en-US"/>
        </a:p>
      </dgm:t>
    </dgm:pt>
    <dgm:pt modelId="{0290C557-AD37-4C49-A640-985B7AEEC467}" type="pres">
      <dgm:prSet presAssocID="{2DFB3471-F3D1-4067-A0C0-2D74EFFBF505}" presName="Name0" presStyleCnt="0">
        <dgm:presLayoutVars>
          <dgm:dir/>
          <dgm:animLvl val="lvl"/>
          <dgm:resizeHandles val="exact"/>
        </dgm:presLayoutVars>
      </dgm:prSet>
      <dgm:spPr/>
    </dgm:pt>
    <dgm:pt modelId="{05BBAFCD-E191-449F-975F-269E53D88052}" type="pres">
      <dgm:prSet presAssocID="{312BE5F0-EF68-48C5-8233-B077F0C8B155}" presName="linNode" presStyleCnt="0"/>
      <dgm:spPr/>
    </dgm:pt>
    <dgm:pt modelId="{BAB6F2E6-AAF2-4718-9D10-BDD1EB9BA3FE}" type="pres">
      <dgm:prSet presAssocID="{312BE5F0-EF68-48C5-8233-B077F0C8B155}" presName="parentText" presStyleLbl="node1" presStyleIdx="0" presStyleCnt="1" custScaleX="262386">
        <dgm:presLayoutVars>
          <dgm:chMax val="1"/>
          <dgm:bulletEnabled val="1"/>
        </dgm:presLayoutVars>
      </dgm:prSet>
      <dgm:spPr/>
    </dgm:pt>
  </dgm:ptLst>
  <dgm:cxnLst>
    <dgm:cxn modelId="{3831BC0A-EAEB-4AB8-8EC5-8F69B439A72A}" type="presOf" srcId="{2DFB3471-F3D1-4067-A0C0-2D74EFFBF505}" destId="{0290C557-AD37-4C49-A640-985B7AEEC467}" srcOrd="0" destOrd="0" presId="urn:microsoft.com/office/officeart/2005/8/layout/vList5"/>
    <dgm:cxn modelId="{BCDD1F78-DBEE-45DB-A334-A132803A5954}" srcId="{2DFB3471-F3D1-4067-A0C0-2D74EFFBF505}" destId="{312BE5F0-EF68-48C5-8233-B077F0C8B155}" srcOrd="0" destOrd="0" parTransId="{D7CB8041-3F6D-4C78-8165-626BAA1AEE00}" sibTransId="{C2AC0F08-7AC7-481C-9F13-B881DBBC730D}"/>
    <dgm:cxn modelId="{AFF1BB9A-0073-4BC9-BD16-3086940B0E0F}" type="presOf" srcId="{312BE5F0-EF68-48C5-8233-B077F0C8B155}" destId="{BAB6F2E6-AAF2-4718-9D10-BDD1EB9BA3FE}" srcOrd="0" destOrd="0" presId="urn:microsoft.com/office/officeart/2005/8/layout/vList5"/>
    <dgm:cxn modelId="{6917195C-4F6F-4CA0-87C9-AC221B140742}" type="presParOf" srcId="{0290C557-AD37-4C49-A640-985B7AEEC467}" destId="{05BBAFCD-E191-449F-975F-269E53D88052}" srcOrd="0" destOrd="0" presId="urn:microsoft.com/office/officeart/2005/8/layout/vList5"/>
    <dgm:cxn modelId="{413BB6A4-84B6-41AD-B1DE-D39C38F69B65}" type="presParOf" srcId="{05BBAFCD-E191-449F-975F-269E53D88052}" destId="{BAB6F2E6-AAF2-4718-9D10-BDD1EB9BA3FE}"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8A3A9C-C925-42EA-93E6-C15C78176D3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73F63FF-3F4B-49B4-9CD2-D2531D249DBE}">
      <dgm:prSet custT="1"/>
      <dgm:spPr/>
      <dgm:t>
        <a:bodyPr/>
        <a:lstStyle/>
        <a:p>
          <a:pPr algn="ctr"/>
          <a:r>
            <a:rPr lang="en-US" sz="4400" b="1" dirty="0">
              <a:latin typeface="Times New Roman" panose="02020603050405020304" pitchFamily="18" charset="0"/>
              <a:cs typeface="Times New Roman" panose="02020603050405020304" pitchFamily="18" charset="0"/>
            </a:rPr>
            <a:t>IMPORTANCE OF DATA ORGANIZATION </a:t>
          </a:r>
        </a:p>
      </dgm:t>
    </dgm:pt>
    <dgm:pt modelId="{631A1515-EA6A-4A24-B44F-D4781145440C}" type="parTrans" cxnId="{D5C5B9D2-6395-41EF-B5BE-63647E89D3F6}">
      <dgm:prSet/>
      <dgm:spPr/>
      <dgm:t>
        <a:bodyPr/>
        <a:lstStyle/>
        <a:p>
          <a:endParaRPr lang="en-US"/>
        </a:p>
      </dgm:t>
    </dgm:pt>
    <dgm:pt modelId="{EAC07D3E-C577-45E1-8BF6-A9D6E5E9CEBC}" type="sibTrans" cxnId="{D5C5B9D2-6395-41EF-B5BE-63647E89D3F6}">
      <dgm:prSet/>
      <dgm:spPr/>
      <dgm:t>
        <a:bodyPr/>
        <a:lstStyle/>
        <a:p>
          <a:endParaRPr lang="en-US"/>
        </a:p>
      </dgm:t>
    </dgm:pt>
    <dgm:pt modelId="{BD0BBD34-8AB6-45A0-A012-06FB8E77C49B}" type="pres">
      <dgm:prSet presAssocID="{F68A3A9C-C925-42EA-93E6-C15C78176D32}" presName="Name0" presStyleCnt="0">
        <dgm:presLayoutVars>
          <dgm:dir/>
          <dgm:animLvl val="lvl"/>
          <dgm:resizeHandles val="exact"/>
        </dgm:presLayoutVars>
      </dgm:prSet>
      <dgm:spPr/>
    </dgm:pt>
    <dgm:pt modelId="{55EBACFD-0877-4612-BDCC-6C51CBE40B41}" type="pres">
      <dgm:prSet presAssocID="{773F63FF-3F4B-49B4-9CD2-D2531D249DBE}" presName="linNode" presStyleCnt="0"/>
      <dgm:spPr/>
    </dgm:pt>
    <dgm:pt modelId="{33EBABF2-A49A-4D27-BF33-D6658D662B08}" type="pres">
      <dgm:prSet presAssocID="{773F63FF-3F4B-49B4-9CD2-D2531D249DBE}" presName="parentText" presStyleLbl="node1" presStyleIdx="0" presStyleCnt="1" custScaleX="278049" custScaleY="100098" custLinFactNeighborY="6044">
        <dgm:presLayoutVars>
          <dgm:chMax val="1"/>
          <dgm:bulletEnabled val="1"/>
        </dgm:presLayoutVars>
      </dgm:prSet>
      <dgm:spPr/>
    </dgm:pt>
  </dgm:ptLst>
  <dgm:cxnLst>
    <dgm:cxn modelId="{D5C5B9D2-6395-41EF-B5BE-63647E89D3F6}" srcId="{F68A3A9C-C925-42EA-93E6-C15C78176D32}" destId="{773F63FF-3F4B-49B4-9CD2-D2531D249DBE}" srcOrd="0" destOrd="0" parTransId="{631A1515-EA6A-4A24-B44F-D4781145440C}" sibTransId="{EAC07D3E-C577-45E1-8BF6-A9D6E5E9CEBC}"/>
    <dgm:cxn modelId="{8BDD4FE1-EEC6-4BDB-95B2-A2C156F6F83E}" type="presOf" srcId="{773F63FF-3F4B-49B4-9CD2-D2531D249DBE}" destId="{33EBABF2-A49A-4D27-BF33-D6658D662B08}" srcOrd="0" destOrd="0" presId="urn:microsoft.com/office/officeart/2005/8/layout/vList5"/>
    <dgm:cxn modelId="{A6E3FAED-BF71-4B30-A6CB-83820C3FAD25}" type="presOf" srcId="{F68A3A9C-C925-42EA-93E6-C15C78176D32}" destId="{BD0BBD34-8AB6-45A0-A012-06FB8E77C49B}" srcOrd="0" destOrd="0" presId="urn:microsoft.com/office/officeart/2005/8/layout/vList5"/>
    <dgm:cxn modelId="{EA734722-3E7C-40C3-83D7-76DFEE143B54}" type="presParOf" srcId="{BD0BBD34-8AB6-45A0-A012-06FB8E77C49B}" destId="{55EBACFD-0877-4612-BDCC-6C51CBE40B41}" srcOrd="0" destOrd="0" presId="urn:microsoft.com/office/officeart/2005/8/layout/vList5"/>
    <dgm:cxn modelId="{318EBB22-F4A6-43DF-B943-2CD0CE24F2A1}" type="presParOf" srcId="{55EBACFD-0877-4612-BDCC-6C51CBE40B41}" destId="{33EBABF2-A49A-4D27-BF33-D6658D662B0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7C00FF-77A8-4DFE-A283-534EC234B66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C6637CD-05E4-494F-BFE9-E3B6955322AA}">
      <dgm:prSet custT="1"/>
      <dgm:spPr/>
      <dgm:t>
        <a:bodyPr/>
        <a:lstStyle/>
        <a:p>
          <a:r>
            <a:rPr lang="en-US" sz="4400" b="1" dirty="0">
              <a:latin typeface="Times New Roman" panose="02020603050405020304" pitchFamily="18" charset="0"/>
              <a:cs typeface="Times New Roman" panose="02020603050405020304" pitchFamily="18" charset="0"/>
            </a:rPr>
            <a:t>IMPORTANCE OF DATA ORGANIZATION </a:t>
          </a:r>
        </a:p>
      </dgm:t>
    </dgm:pt>
    <dgm:pt modelId="{B5F87FBC-B284-415A-B9D3-1D0691831B8F}" type="parTrans" cxnId="{65D6C921-D217-4B9E-910A-76ABF9FFFB18}">
      <dgm:prSet/>
      <dgm:spPr/>
      <dgm:t>
        <a:bodyPr/>
        <a:lstStyle/>
        <a:p>
          <a:endParaRPr lang="en-US"/>
        </a:p>
      </dgm:t>
    </dgm:pt>
    <dgm:pt modelId="{A50F931C-6A9B-4F28-933B-FC87128C0102}" type="sibTrans" cxnId="{65D6C921-D217-4B9E-910A-76ABF9FFFB18}">
      <dgm:prSet/>
      <dgm:spPr/>
      <dgm:t>
        <a:bodyPr/>
        <a:lstStyle/>
        <a:p>
          <a:endParaRPr lang="en-US"/>
        </a:p>
      </dgm:t>
    </dgm:pt>
    <dgm:pt modelId="{C4976A0C-8514-4B70-88D3-CAF8813952C1}" type="pres">
      <dgm:prSet presAssocID="{B87C00FF-77A8-4DFE-A283-534EC234B66E}" presName="Name0" presStyleCnt="0">
        <dgm:presLayoutVars>
          <dgm:dir/>
          <dgm:animLvl val="lvl"/>
          <dgm:resizeHandles val="exact"/>
        </dgm:presLayoutVars>
      </dgm:prSet>
      <dgm:spPr/>
    </dgm:pt>
    <dgm:pt modelId="{E4194E40-141F-489D-916F-BD26AF776225}" type="pres">
      <dgm:prSet presAssocID="{8C6637CD-05E4-494F-BFE9-E3B6955322AA}" presName="linNode" presStyleCnt="0"/>
      <dgm:spPr/>
    </dgm:pt>
    <dgm:pt modelId="{C9DAB041-8DB8-4DF4-9E98-FE39EAA0855E}" type="pres">
      <dgm:prSet presAssocID="{8C6637CD-05E4-494F-BFE9-E3B6955322AA}" presName="parentText" presStyleLbl="node1" presStyleIdx="0" presStyleCnt="1" custScaleX="276424" custScaleY="100098" custLinFactNeighborX="-23522" custLinFactNeighborY="6918">
        <dgm:presLayoutVars>
          <dgm:chMax val="1"/>
          <dgm:bulletEnabled val="1"/>
        </dgm:presLayoutVars>
      </dgm:prSet>
      <dgm:spPr/>
    </dgm:pt>
  </dgm:ptLst>
  <dgm:cxnLst>
    <dgm:cxn modelId="{65D6C921-D217-4B9E-910A-76ABF9FFFB18}" srcId="{B87C00FF-77A8-4DFE-A283-534EC234B66E}" destId="{8C6637CD-05E4-494F-BFE9-E3B6955322AA}" srcOrd="0" destOrd="0" parTransId="{B5F87FBC-B284-415A-B9D3-1D0691831B8F}" sibTransId="{A50F931C-6A9B-4F28-933B-FC87128C0102}"/>
    <dgm:cxn modelId="{080BE863-379B-4FF2-9C22-F8E52BFD9E17}" type="presOf" srcId="{8C6637CD-05E4-494F-BFE9-E3B6955322AA}" destId="{C9DAB041-8DB8-4DF4-9E98-FE39EAA0855E}" srcOrd="0" destOrd="0" presId="urn:microsoft.com/office/officeart/2005/8/layout/vList5"/>
    <dgm:cxn modelId="{597F2CC4-133C-41B3-94DA-FC0E378BA0E0}" type="presOf" srcId="{B87C00FF-77A8-4DFE-A283-534EC234B66E}" destId="{C4976A0C-8514-4B70-88D3-CAF8813952C1}" srcOrd="0" destOrd="0" presId="urn:microsoft.com/office/officeart/2005/8/layout/vList5"/>
    <dgm:cxn modelId="{26BAC4CA-DB0C-48CA-A76E-8A167CA12331}" type="presParOf" srcId="{C4976A0C-8514-4B70-88D3-CAF8813952C1}" destId="{E4194E40-141F-489D-916F-BD26AF776225}" srcOrd="0" destOrd="0" presId="urn:microsoft.com/office/officeart/2005/8/layout/vList5"/>
    <dgm:cxn modelId="{42B1B21C-C669-40F0-9B64-28A45C3054F6}" type="presParOf" srcId="{E4194E40-141F-489D-916F-BD26AF776225}" destId="{C9DAB041-8DB8-4DF4-9E98-FE39EAA0855E}"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CAE709E-C1A0-4A25-8D2E-AC225DF1FA5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3ADD73C-90C8-4823-B72B-5A8FACA84D5B}">
      <dgm:prSet custT="1"/>
      <dgm:spPr/>
      <dgm:t>
        <a:bodyPr/>
        <a:lstStyle/>
        <a:p>
          <a:r>
            <a:rPr lang="en-US" sz="4400" b="1" dirty="0">
              <a:latin typeface="Times New Roman" panose="02020603050405020304" pitchFamily="18" charset="0"/>
              <a:cs typeface="Times New Roman" panose="02020603050405020304" pitchFamily="18" charset="0"/>
            </a:rPr>
            <a:t>TYPES OF DATA ORGANIZATION </a:t>
          </a:r>
          <a:endParaRPr lang="en-US" sz="4400" dirty="0">
            <a:latin typeface="Times New Roman" panose="02020603050405020304" pitchFamily="18" charset="0"/>
            <a:cs typeface="Times New Roman" panose="02020603050405020304" pitchFamily="18" charset="0"/>
          </a:endParaRPr>
        </a:p>
      </dgm:t>
    </dgm:pt>
    <dgm:pt modelId="{AD977682-937B-4AC3-B7F3-D1E1015C6638}" type="parTrans" cxnId="{C2CBDA8D-F78B-41B1-93B0-5D56617AAA67}">
      <dgm:prSet/>
      <dgm:spPr/>
      <dgm:t>
        <a:bodyPr/>
        <a:lstStyle/>
        <a:p>
          <a:endParaRPr lang="en-US"/>
        </a:p>
      </dgm:t>
    </dgm:pt>
    <dgm:pt modelId="{59370B8A-7ABC-49FA-9B2A-1425E0E9301E}" type="sibTrans" cxnId="{C2CBDA8D-F78B-41B1-93B0-5D56617AAA67}">
      <dgm:prSet/>
      <dgm:spPr/>
      <dgm:t>
        <a:bodyPr/>
        <a:lstStyle/>
        <a:p>
          <a:endParaRPr lang="en-US"/>
        </a:p>
      </dgm:t>
    </dgm:pt>
    <dgm:pt modelId="{1ADCA944-F5DD-499B-A0C0-1DDC7D2051EA}" type="pres">
      <dgm:prSet presAssocID="{ACAE709E-C1A0-4A25-8D2E-AC225DF1FA56}" presName="Name0" presStyleCnt="0">
        <dgm:presLayoutVars>
          <dgm:dir/>
          <dgm:animLvl val="lvl"/>
          <dgm:resizeHandles val="exact"/>
        </dgm:presLayoutVars>
      </dgm:prSet>
      <dgm:spPr/>
    </dgm:pt>
    <dgm:pt modelId="{40BBA5B0-4E0C-4DFA-A214-948B4D750B37}" type="pres">
      <dgm:prSet presAssocID="{13ADD73C-90C8-4823-B72B-5A8FACA84D5B}" presName="linNode" presStyleCnt="0"/>
      <dgm:spPr/>
    </dgm:pt>
    <dgm:pt modelId="{7A630BE9-4497-40F8-B33C-751812718F02}" type="pres">
      <dgm:prSet presAssocID="{13ADD73C-90C8-4823-B72B-5A8FACA84D5B}" presName="parentText" presStyleLbl="node1" presStyleIdx="0" presStyleCnt="1" custScaleX="277778" custLinFactNeighborX="0">
        <dgm:presLayoutVars>
          <dgm:chMax val="1"/>
          <dgm:bulletEnabled val="1"/>
        </dgm:presLayoutVars>
      </dgm:prSet>
      <dgm:spPr/>
    </dgm:pt>
  </dgm:ptLst>
  <dgm:cxnLst>
    <dgm:cxn modelId="{DAE4AF12-F40C-4D2A-84A6-45E514674289}" type="presOf" srcId="{ACAE709E-C1A0-4A25-8D2E-AC225DF1FA56}" destId="{1ADCA944-F5DD-499B-A0C0-1DDC7D2051EA}" srcOrd="0" destOrd="0" presId="urn:microsoft.com/office/officeart/2005/8/layout/vList5"/>
    <dgm:cxn modelId="{96D1A63A-25B5-4268-AEF5-0A152E9A46BB}" type="presOf" srcId="{13ADD73C-90C8-4823-B72B-5A8FACA84D5B}" destId="{7A630BE9-4497-40F8-B33C-751812718F02}" srcOrd="0" destOrd="0" presId="urn:microsoft.com/office/officeart/2005/8/layout/vList5"/>
    <dgm:cxn modelId="{C2CBDA8D-F78B-41B1-93B0-5D56617AAA67}" srcId="{ACAE709E-C1A0-4A25-8D2E-AC225DF1FA56}" destId="{13ADD73C-90C8-4823-B72B-5A8FACA84D5B}" srcOrd="0" destOrd="0" parTransId="{AD977682-937B-4AC3-B7F3-D1E1015C6638}" sibTransId="{59370B8A-7ABC-49FA-9B2A-1425E0E9301E}"/>
    <dgm:cxn modelId="{63658908-F126-451E-BFC6-583A471B02AA}" type="presParOf" srcId="{1ADCA944-F5DD-499B-A0C0-1DDC7D2051EA}" destId="{40BBA5B0-4E0C-4DFA-A214-948B4D750B37}" srcOrd="0" destOrd="0" presId="urn:microsoft.com/office/officeart/2005/8/layout/vList5"/>
    <dgm:cxn modelId="{99911A9E-1FCC-4E32-9BF1-C012122187C0}" type="presParOf" srcId="{40BBA5B0-4E0C-4DFA-A214-948B4D750B37}" destId="{7A630BE9-4497-40F8-B33C-751812718F02}"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5DF4974-1403-47F2-8964-EC3EFBBC6634}" type="doc">
      <dgm:prSet loTypeId="urn:microsoft.com/office/officeart/2005/8/layout/cycle2" loCatId="cycle" qsTypeId="urn:microsoft.com/office/officeart/2005/8/quickstyle/3d1" qsCatId="3D" csTypeId="urn:microsoft.com/office/officeart/2005/8/colors/accent1_2" csCatId="accent1"/>
      <dgm:spPr/>
      <dgm:t>
        <a:bodyPr/>
        <a:lstStyle/>
        <a:p>
          <a:endParaRPr lang="en-US"/>
        </a:p>
      </dgm:t>
    </dgm:pt>
    <dgm:pt modelId="{2655966E-9901-4994-83DC-D0352E566EAA}">
      <dgm:prSet/>
      <dgm:spPr/>
      <dgm:t>
        <a:bodyPr/>
        <a:lstStyle/>
        <a:p>
          <a:r>
            <a:rPr lang="en-US" b="1" dirty="0"/>
            <a:t>Linear Structure: </a:t>
          </a:r>
          <a:r>
            <a:rPr lang="en-US" dirty="0"/>
            <a:t>Linear data structures organize data elements sequentially linearly or sequentially. </a:t>
          </a:r>
        </a:p>
      </dgm:t>
    </dgm:pt>
    <dgm:pt modelId="{F01999CC-4508-48DD-BA9E-D14BBDCD14C7}" type="parTrans" cxnId="{7C833401-14A2-44F6-8497-EB362C55CEF3}">
      <dgm:prSet/>
      <dgm:spPr/>
      <dgm:t>
        <a:bodyPr/>
        <a:lstStyle/>
        <a:p>
          <a:endParaRPr lang="en-US"/>
        </a:p>
      </dgm:t>
    </dgm:pt>
    <dgm:pt modelId="{431660B0-69BA-4C4C-999B-9C3EE9AC01B6}" type="sibTrans" cxnId="{7C833401-14A2-44F6-8497-EB362C55CEF3}">
      <dgm:prSet/>
      <dgm:spPr/>
      <dgm:t>
        <a:bodyPr/>
        <a:lstStyle/>
        <a:p>
          <a:endParaRPr lang="en-US"/>
        </a:p>
      </dgm:t>
    </dgm:pt>
    <dgm:pt modelId="{D354BFC7-163F-4121-A6F8-9EB8D6339468}" type="pres">
      <dgm:prSet presAssocID="{B5DF4974-1403-47F2-8964-EC3EFBBC6634}" presName="cycle" presStyleCnt="0">
        <dgm:presLayoutVars>
          <dgm:dir/>
          <dgm:resizeHandles val="exact"/>
        </dgm:presLayoutVars>
      </dgm:prSet>
      <dgm:spPr/>
    </dgm:pt>
    <dgm:pt modelId="{8F412A26-E2E1-4D56-AB9E-7A9088E86831}" type="pres">
      <dgm:prSet presAssocID="{2655966E-9901-4994-83DC-D0352E566EAA}" presName="node" presStyleLbl="node1" presStyleIdx="0" presStyleCnt="1">
        <dgm:presLayoutVars>
          <dgm:bulletEnabled val="1"/>
        </dgm:presLayoutVars>
      </dgm:prSet>
      <dgm:spPr/>
    </dgm:pt>
  </dgm:ptLst>
  <dgm:cxnLst>
    <dgm:cxn modelId="{7C833401-14A2-44F6-8497-EB362C55CEF3}" srcId="{B5DF4974-1403-47F2-8964-EC3EFBBC6634}" destId="{2655966E-9901-4994-83DC-D0352E566EAA}" srcOrd="0" destOrd="0" parTransId="{F01999CC-4508-48DD-BA9E-D14BBDCD14C7}" sibTransId="{431660B0-69BA-4C4C-999B-9C3EE9AC01B6}"/>
    <dgm:cxn modelId="{85703236-CFF7-42EB-8FD1-6B479D5393D9}" type="presOf" srcId="{B5DF4974-1403-47F2-8964-EC3EFBBC6634}" destId="{D354BFC7-163F-4121-A6F8-9EB8D6339468}" srcOrd="0" destOrd="0" presId="urn:microsoft.com/office/officeart/2005/8/layout/cycle2"/>
    <dgm:cxn modelId="{2316978D-094A-489E-9AF8-9C6C8BD75B9B}" type="presOf" srcId="{2655966E-9901-4994-83DC-D0352E566EAA}" destId="{8F412A26-E2E1-4D56-AB9E-7A9088E86831}" srcOrd="0" destOrd="0" presId="urn:microsoft.com/office/officeart/2005/8/layout/cycle2"/>
    <dgm:cxn modelId="{562751FB-BEF1-4DD9-87A9-A7BB0A15511D}" type="presParOf" srcId="{D354BFC7-163F-4121-A6F8-9EB8D6339468}" destId="{8F412A26-E2E1-4D56-AB9E-7A9088E86831}"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DFC0DA-73EC-4EA4-BFA2-C9C03D36744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18A9DF4-01A9-43D8-A395-BE3D47403C5B}">
      <dgm:prSet custT="1"/>
      <dgm:spPr/>
      <dgm:t>
        <a:bodyPr/>
        <a:lstStyle/>
        <a:p>
          <a:r>
            <a:rPr lang="en-US" sz="4400" b="1" dirty="0">
              <a:latin typeface="Times New Roman" panose="02020603050405020304" pitchFamily="18" charset="0"/>
              <a:cs typeface="Times New Roman" panose="02020603050405020304" pitchFamily="18" charset="0"/>
            </a:rPr>
            <a:t>TYPES OF DATA ORGANIZATION </a:t>
          </a:r>
          <a:endParaRPr lang="en-US" sz="4400" dirty="0">
            <a:latin typeface="Times New Roman" panose="02020603050405020304" pitchFamily="18" charset="0"/>
            <a:cs typeface="Times New Roman" panose="02020603050405020304" pitchFamily="18" charset="0"/>
          </a:endParaRPr>
        </a:p>
      </dgm:t>
    </dgm:pt>
    <dgm:pt modelId="{16560B3E-4E67-42F4-8437-FE36103E32EB}" type="parTrans" cxnId="{49170DE4-35AF-49F4-83CF-1F590401851C}">
      <dgm:prSet/>
      <dgm:spPr/>
      <dgm:t>
        <a:bodyPr/>
        <a:lstStyle/>
        <a:p>
          <a:endParaRPr lang="en-US"/>
        </a:p>
      </dgm:t>
    </dgm:pt>
    <dgm:pt modelId="{FEC398B2-246A-41FC-A1F4-3EA41D7E5094}" type="sibTrans" cxnId="{49170DE4-35AF-49F4-83CF-1F590401851C}">
      <dgm:prSet/>
      <dgm:spPr/>
      <dgm:t>
        <a:bodyPr/>
        <a:lstStyle/>
        <a:p>
          <a:endParaRPr lang="en-US"/>
        </a:p>
      </dgm:t>
    </dgm:pt>
    <dgm:pt modelId="{97ADF0C5-8A4C-40F5-A013-DF68369F914A}" type="pres">
      <dgm:prSet presAssocID="{13DFC0DA-73EC-4EA4-BFA2-C9C03D367446}" presName="Name0" presStyleCnt="0">
        <dgm:presLayoutVars>
          <dgm:dir/>
          <dgm:animLvl val="lvl"/>
          <dgm:resizeHandles val="exact"/>
        </dgm:presLayoutVars>
      </dgm:prSet>
      <dgm:spPr/>
    </dgm:pt>
    <dgm:pt modelId="{04AE6AB0-3AA6-4995-8C59-B0B34F4D3BA6}" type="pres">
      <dgm:prSet presAssocID="{D18A9DF4-01A9-43D8-A395-BE3D47403C5B}" presName="linNode" presStyleCnt="0"/>
      <dgm:spPr/>
    </dgm:pt>
    <dgm:pt modelId="{3EE01DD4-7EAF-4EC0-A571-1B05D8C6586A}" type="pres">
      <dgm:prSet presAssocID="{D18A9DF4-01A9-43D8-A395-BE3D47403C5B}" presName="parentText" presStyleLbl="node1" presStyleIdx="0" presStyleCnt="1" custScaleX="244147" custLinFactNeighborY="722">
        <dgm:presLayoutVars>
          <dgm:chMax val="1"/>
          <dgm:bulletEnabled val="1"/>
        </dgm:presLayoutVars>
      </dgm:prSet>
      <dgm:spPr/>
    </dgm:pt>
  </dgm:ptLst>
  <dgm:cxnLst>
    <dgm:cxn modelId="{4EA3276D-80C3-400A-A227-70C8A2AFB5FC}" type="presOf" srcId="{13DFC0DA-73EC-4EA4-BFA2-C9C03D367446}" destId="{97ADF0C5-8A4C-40F5-A013-DF68369F914A}" srcOrd="0" destOrd="0" presId="urn:microsoft.com/office/officeart/2005/8/layout/vList5"/>
    <dgm:cxn modelId="{524A9089-05DC-458C-B9B7-540FF87AAC05}" type="presOf" srcId="{D18A9DF4-01A9-43D8-A395-BE3D47403C5B}" destId="{3EE01DD4-7EAF-4EC0-A571-1B05D8C6586A}" srcOrd="0" destOrd="0" presId="urn:microsoft.com/office/officeart/2005/8/layout/vList5"/>
    <dgm:cxn modelId="{49170DE4-35AF-49F4-83CF-1F590401851C}" srcId="{13DFC0DA-73EC-4EA4-BFA2-C9C03D367446}" destId="{D18A9DF4-01A9-43D8-A395-BE3D47403C5B}" srcOrd="0" destOrd="0" parTransId="{16560B3E-4E67-42F4-8437-FE36103E32EB}" sibTransId="{FEC398B2-246A-41FC-A1F4-3EA41D7E5094}"/>
    <dgm:cxn modelId="{ABFB2511-8B40-463D-B29F-10A1E007FDD7}" type="presParOf" srcId="{97ADF0C5-8A4C-40F5-A013-DF68369F914A}" destId="{04AE6AB0-3AA6-4995-8C59-B0B34F4D3BA6}" srcOrd="0" destOrd="0" presId="urn:microsoft.com/office/officeart/2005/8/layout/vList5"/>
    <dgm:cxn modelId="{C35AAA31-53D7-4789-9E77-2F65C83302C2}" type="presParOf" srcId="{04AE6AB0-3AA6-4995-8C59-B0B34F4D3BA6}" destId="{3EE01DD4-7EAF-4EC0-A571-1B05D8C6586A}"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0896752-E0C4-4F99-9713-B839D0F3C1E3}" type="doc">
      <dgm:prSet loTypeId="urn:microsoft.com/office/officeart/2005/8/layout/cycle2" loCatId="cycle" qsTypeId="urn:microsoft.com/office/officeart/2005/8/quickstyle/3d1" qsCatId="3D" csTypeId="urn:microsoft.com/office/officeart/2005/8/colors/accent1_2" csCatId="accent1"/>
      <dgm:spPr/>
      <dgm:t>
        <a:bodyPr/>
        <a:lstStyle/>
        <a:p>
          <a:endParaRPr lang="en-US"/>
        </a:p>
      </dgm:t>
    </dgm:pt>
    <dgm:pt modelId="{44387988-CEDD-44AD-984F-E2DB50A87A96}">
      <dgm:prSet/>
      <dgm:spPr/>
      <dgm:t>
        <a:bodyPr/>
        <a:lstStyle/>
        <a:p>
          <a:r>
            <a:rPr lang="en-US" b="1" dirty="0"/>
            <a:t>Non-Linear Structure: </a:t>
          </a:r>
          <a:r>
            <a:rPr lang="en-US" dirty="0"/>
            <a:t>Non-linear data structures organize data elements in a hierarchical or interconnected manner..</a:t>
          </a:r>
        </a:p>
      </dgm:t>
    </dgm:pt>
    <dgm:pt modelId="{6FA2D068-C1C6-498A-9B57-5F66EDB9E15D}" type="parTrans" cxnId="{68E84430-1500-462E-9E57-B85137B78D63}">
      <dgm:prSet/>
      <dgm:spPr/>
      <dgm:t>
        <a:bodyPr/>
        <a:lstStyle/>
        <a:p>
          <a:endParaRPr lang="en-US"/>
        </a:p>
      </dgm:t>
    </dgm:pt>
    <dgm:pt modelId="{C5FA33FD-A52F-4799-A2BC-4D352BB879D8}" type="sibTrans" cxnId="{68E84430-1500-462E-9E57-B85137B78D63}">
      <dgm:prSet/>
      <dgm:spPr/>
      <dgm:t>
        <a:bodyPr/>
        <a:lstStyle/>
        <a:p>
          <a:endParaRPr lang="en-US"/>
        </a:p>
      </dgm:t>
    </dgm:pt>
    <dgm:pt modelId="{C8C0F6F8-B7F4-42DB-AFA0-7A41BDC52674}" type="pres">
      <dgm:prSet presAssocID="{D0896752-E0C4-4F99-9713-B839D0F3C1E3}" presName="cycle" presStyleCnt="0">
        <dgm:presLayoutVars>
          <dgm:dir/>
          <dgm:resizeHandles val="exact"/>
        </dgm:presLayoutVars>
      </dgm:prSet>
      <dgm:spPr/>
    </dgm:pt>
    <dgm:pt modelId="{B770E20E-A885-4FBB-916D-575C089D8829}" type="pres">
      <dgm:prSet presAssocID="{44387988-CEDD-44AD-984F-E2DB50A87A96}" presName="node" presStyleLbl="node1" presStyleIdx="0" presStyleCnt="1" custRadScaleRad="102507" custRadScaleInc="156">
        <dgm:presLayoutVars>
          <dgm:bulletEnabled val="1"/>
        </dgm:presLayoutVars>
      </dgm:prSet>
      <dgm:spPr/>
    </dgm:pt>
  </dgm:ptLst>
  <dgm:cxnLst>
    <dgm:cxn modelId="{3A2E5A05-1DF5-4333-80BF-0747F2B046F9}" type="presOf" srcId="{D0896752-E0C4-4F99-9713-B839D0F3C1E3}" destId="{C8C0F6F8-B7F4-42DB-AFA0-7A41BDC52674}" srcOrd="0" destOrd="0" presId="urn:microsoft.com/office/officeart/2005/8/layout/cycle2"/>
    <dgm:cxn modelId="{68E84430-1500-462E-9E57-B85137B78D63}" srcId="{D0896752-E0C4-4F99-9713-B839D0F3C1E3}" destId="{44387988-CEDD-44AD-984F-E2DB50A87A96}" srcOrd="0" destOrd="0" parTransId="{6FA2D068-C1C6-498A-9B57-5F66EDB9E15D}" sibTransId="{C5FA33FD-A52F-4799-A2BC-4D352BB879D8}"/>
    <dgm:cxn modelId="{6CC463CD-930F-4BC8-9624-4338B67EF3B7}" type="presOf" srcId="{44387988-CEDD-44AD-984F-E2DB50A87A96}" destId="{B770E20E-A885-4FBB-916D-575C089D8829}" srcOrd="0" destOrd="0" presId="urn:microsoft.com/office/officeart/2005/8/layout/cycle2"/>
    <dgm:cxn modelId="{612ED1DD-EB51-4775-BAE3-ECD13FA5CA39}" type="presParOf" srcId="{C8C0F6F8-B7F4-42DB-AFA0-7A41BDC52674}" destId="{B770E20E-A885-4FBB-916D-575C089D8829}"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B9036FE-1B1F-46B0-A5FE-52AF2F4A5E4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CBCCC13-B17F-4A7F-94CA-F2A5EED7C575}">
      <dgm:prSet custT="1"/>
      <dgm:spPr/>
      <dgm:t>
        <a:bodyPr/>
        <a:lstStyle/>
        <a:p>
          <a:r>
            <a:rPr lang="en-US" sz="4400" b="1" dirty="0">
              <a:latin typeface="Times New Roman" panose="02020603050405020304" pitchFamily="18" charset="0"/>
              <a:cs typeface="Times New Roman" panose="02020603050405020304" pitchFamily="18" charset="0"/>
            </a:rPr>
            <a:t>DATATYPES</a:t>
          </a:r>
          <a:endParaRPr lang="en-US" sz="4400" dirty="0">
            <a:latin typeface="Times New Roman" panose="02020603050405020304" pitchFamily="18" charset="0"/>
            <a:cs typeface="Times New Roman" panose="02020603050405020304" pitchFamily="18" charset="0"/>
          </a:endParaRPr>
        </a:p>
      </dgm:t>
    </dgm:pt>
    <dgm:pt modelId="{FD35F8E0-724E-439F-A50F-38587AA87D30}" type="parTrans" cxnId="{92E7BEE3-26FC-478F-8486-BD3188F87CDA}">
      <dgm:prSet/>
      <dgm:spPr/>
      <dgm:t>
        <a:bodyPr/>
        <a:lstStyle/>
        <a:p>
          <a:endParaRPr lang="en-US"/>
        </a:p>
      </dgm:t>
    </dgm:pt>
    <dgm:pt modelId="{DDAAD6BE-5863-475F-8EC0-318F3E56C178}" type="sibTrans" cxnId="{92E7BEE3-26FC-478F-8486-BD3188F87CDA}">
      <dgm:prSet/>
      <dgm:spPr/>
      <dgm:t>
        <a:bodyPr/>
        <a:lstStyle/>
        <a:p>
          <a:endParaRPr lang="en-US"/>
        </a:p>
      </dgm:t>
    </dgm:pt>
    <dgm:pt modelId="{9239BE0C-A22F-4DEC-BC8D-0D3F12508B3B}" type="pres">
      <dgm:prSet presAssocID="{DB9036FE-1B1F-46B0-A5FE-52AF2F4A5E4A}" presName="Name0" presStyleCnt="0">
        <dgm:presLayoutVars>
          <dgm:dir/>
          <dgm:animLvl val="lvl"/>
          <dgm:resizeHandles val="exact"/>
        </dgm:presLayoutVars>
      </dgm:prSet>
      <dgm:spPr/>
    </dgm:pt>
    <dgm:pt modelId="{FF135BBC-20DD-4C02-8A4E-1E28A4330F97}" type="pres">
      <dgm:prSet presAssocID="{2CBCCC13-B17F-4A7F-94CA-F2A5EED7C575}" presName="linNode" presStyleCnt="0"/>
      <dgm:spPr/>
    </dgm:pt>
    <dgm:pt modelId="{8E2747BB-7889-4CDC-9767-1E69262BCEDB}" type="pres">
      <dgm:prSet presAssocID="{2CBCCC13-B17F-4A7F-94CA-F2A5EED7C575}" presName="parentText" presStyleLbl="node1" presStyleIdx="0" presStyleCnt="1" custScaleX="116616">
        <dgm:presLayoutVars>
          <dgm:chMax val="1"/>
          <dgm:bulletEnabled val="1"/>
        </dgm:presLayoutVars>
      </dgm:prSet>
      <dgm:spPr/>
    </dgm:pt>
  </dgm:ptLst>
  <dgm:cxnLst>
    <dgm:cxn modelId="{8EE3640C-A92B-47C7-A53F-2984F5520E22}" type="presOf" srcId="{2CBCCC13-B17F-4A7F-94CA-F2A5EED7C575}" destId="{8E2747BB-7889-4CDC-9767-1E69262BCEDB}" srcOrd="0" destOrd="0" presId="urn:microsoft.com/office/officeart/2005/8/layout/vList5"/>
    <dgm:cxn modelId="{92E7BEE3-26FC-478F-8486-BD3188F87CDA}" srcId="{DB9036FE-1B1F-46B0-A5FE-52AF2F4A5E4A}" destId="{2CBCCC13-B17F-4A7F-94CA-F2A5EED7C575}" srcOrd="0" destOrd="0" parTransId="{FD35F8E0-724E-439F-A50F-38587AA87D30}" sibTransId="{DDAAD6BE-5863-475F-8EC0-318F3E56C178}"/>
    <dgm:cxn modelId="{DE7F71FC-6708-4341-B5DE-760CE0DE882E}" type="presOf" srcId="{DB9036FE-1B1F-46B0-A5FE-52AF2F4A5E4A}" destId="{9239BE0C-A22F-4DEC-BC8D-0D3F12508B3B}" srcOrd="0" destOrd="0" presId="urn:microsoft.com/office/officeart/2005/8/layout/vList5"/>
    <dgm:cxn modelId="{683A48C5-97C3-4B29-95DF-5D23EC6E9340}" type="presParOf" srcId="{9239BE0C-A22F-4DEC-BC8D-0D3F12508B3B}" destId="{FF135BBC-20DD-4C02-8A4E-1E28A4330F97}" srcOrd="0" destOrd="0" presId="urn:microsoft.com/office/officeart/2005/8/layout/vList5"/>
    <dgm:cxn modelId="{46D406B7-D1AD-42CC-85FB-C9BF86C25A48}" type="presParOf" srcId="{FF135BBC-20DD-4C02-8A4E-1E28A4330F97}" destId="{8E2747BB-7889-4CDC-9767-1E69262BCEDB}"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C804864-53FB-4D03-940B-8D9F73D353C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A6B2296-E553-4A01-BC2D-ECD0267F9931}">
      <dgm:prSet custT="1"/>
      <dgm:spPr/>
      <dgm:t>
        <a:bodyPr/>
        <a:lstStyle/>
        <a:p>
          <a:r>
            <a:rPr lang="en-US" sz="4400" b="1" dirty="0">
              <a:latin typeface="Times New Roman" panose="02020603050405020304" pitchFamily="18" charset="0"/>
              <a:cs typeface="Times New Roman" panose="02020603050405020304" pitchFamily="18" charset="0"/>
            </a:rPr>
            <a:t>TYPES OF DATATYPES</a:t>
          </a:r>
          <a:endParaRPr lang="en-US" sz="4400" dirty="0">
            <a:latin typeface="Times New Roman" panose="02020603050405020304" pitchFamily="18" charset="0"/>
            <a:cs typeface="Times New Roman" panose="02020603050405020304" pitchFamily="18" charset="0"/>
          </a:endParaRPr>
        </a:p>
      </dgm:t>
    </dgm:pt>
    <dgm:pt modelId="{39FC7CAF-B6D7-45B8-8D75-20B5D20E025F}" type="parTrans" cxnId="{37A26412-73C5-483C-9587-CCA245FD15E2}">
      <dgm:prSet/>
      <dgm:spPr/>
      <dgm:t>
        <a:bodyPr/>
        <a:lstStyle/>
        <a:p>
          <a:endParaRPr lang="en-US"/>
        </a:p>
      </dgm:t>
    </dgm:pt>
    <dgm:pt modelId="{51145947-2777-47A8-8E53-774655AC60C9}" type="sibTrans" cxnId="{37A26412-73C5-483C-9587-CCA245FD15E2}">
      <dgm:prSet/>
      <dgm:spPr/>
      <dgm:t>
        <a:bodyPr/>
        <a:lstStyle/>
        <a:p>
          <a:endParaRPr lang="en-US"/>
        </a:p>
      </dgm:t>
    </dgm:pt>
    <dgm:pt modelId="{03BF46A4-BEBF-4728-835C-D928EADAAE5A}" type="pres">
      <dgm:prSet presAssocID="{CC804864-53FB-4D03-940B-8D9F73D353C5}" presName="Name0" presStyleCnt="0">
        <dgm:presLayoutVars>
          <dgm:dir/>
          <dgm:animLvl val="lvl"/>
          <dgm:resizeHandles val="exact"/>
        </dgm:presLayoutVars>
      </dgm:prSet>
      <dgm:spPr/>
    </dgm:pt>
    <dgm:pt modelId="{F09B5517-39FE-445A-9450-F3D6415DABBE}" type="pres">
      <dgm:prSet presAssocID="{9A6B2296-E553-4A01-BC2D-ECD0267F9931}" presName="linNode" presStyleCnt="0"/>
      <dgm:spPr/>
    </dgm:pt>
    <dgm:pt modelId="{857BD616-DEC7-47B4-946C-06D2F3A04F4C}" type="pres">
      <dgm:prSet presAssocID="{9A6B2296-E553-4A01-BC2D-ECD0267F9931}" presName="parentText" presStyleLbl="node1" presStyleIdx="0" presStyleCnt="1" custScaleX="277778" custLinFactNeighborY="1185">
        <dgm:presLayoutVars>
          <dgm:chMax val="1"/>
          <dgm:bulletEnabled val="1"/>
        </dgm:presLayoutVars>
      </dgm:prSet>
      <dgm:spPr/>
    </dgm:pt>
  </dgm:ptLst>
  <dgm:cxnLst>
    <dgm:cxn modelId="{37A26412-73C5-483C-9587-CCA245FD15E2}" srcId="{CC804864-53FB-4D03-940B-8D9F73D353C5}" destId="{9A6B2296-E553-4A01-BC2D-ECD0267F9931}" srcOrd="0" destOrd="0" parTransId="{39FC7CAF-B6D7-45B8-8D75-20B5D20E025F}" sibTransId="{51145947-2777-47A8-8E53-774655AC60C9}"/>
    <dgm:cxn modelId="{AB8DB779-34D4-464C-A2E7-9997D2998ACC}" type="presOf" srcId="{9A6B2296-E553-4A01-BC2D-ECD0267F9931}" destId="{857BD616-DEC7-47B4-946C-06D2F3A04F4C}" srcOrd="0" destOrd="0" presId="urn:microsoft.com/office/officeart/2005/8/layout/vList5"/>
    <dgm:cxn modelId="{112796BB-69EC-4F03-B10C-36F11D7CE672}" type="presOf" srcId="{CC804864-53FB-4D03-940B-8D9F73D353C5}" destId="{03BF46A4-BEBF-4728-835C-D928EADAAE5A}" srcOrd="0" destOrd="0" presId="urn:microsoft.com/office/officeart/2005/8/layout/vList5"/>
    <dgm:cxn modelId="{FB5F6B18-5F1C-4098-9A07-769F2565B5EF}" type="presParOf" srcId="{03BF46A4-BEBF-4728-835C-D928EADAAE5A}" destId="{F09B5517-39FE-445A-9450-F3D6415DABBE}" srcOrd="0" destOrd="0" presId="urn:microsoft.com/office/officeart/2005/8/layout/vList5"/>
    <dgm:cxn modelId="{60444DA1-A892-422E-B7A5-8FF1A73197D8}" type="presParOf" srcId="{F09B5517-39FE-445A-9450-F3D6415DABBE}" destId="{857BD616-DEC7-47B4-946C-06D2F3A04F4C}"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83FC938-B220-415B-9764-2C8C3580B769}"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US"/>
        </a:p>
      </dgm:t>
    </dgm:pt>
    <dgm:pt modelId="{D11DFD16-B03F-4A8C-AD69-36C911918237}">
      <dgm:prSet custT="1"/>
      <dgm:spPr/>
      <dgm:t>
        <a:bodyPr/>
        <a:lstStyle/>
        <a:p>
          <a:r>
            <a:rPr lang="en-US" sz="3200" b="1" dirty="0">
              <a:latin typeface="Times New Roman" panose="02020603050405020304" pitchFamily="18" charset="0"/>
              <a:cs typeface="Times New Roman" panose="02020603050405020304" pitchFamily="18" charset="0"/>
            </a:rPr>
            <a:t>PRIMITIVE DATATYPES</a:t>
          </a:r>
          <a:endParaRPr lang="en-US" sz="3200" dirty="0">
            <a:latin typeface="Times New Roman" panose="02020603050405020304" pitchFamily="18" charset="0"/>
            <a:cs typeface="Times New Roman" panose="02020603050405020304" pitchFamily="18" charset="0"/>
          </a:endParaRPr>
        </a:p>
      </dgm:t>
    </dgm:pt>
    <dgm:pt modelId="{714BF336-407E-499B-A42A-B74D4A67F0A6}" type="parTrans" cxnId="{7E058E3D-AE39-41A7-B3DD-10916FF64EB2}">
      <dgm:prSet/>
      <dgm:spPr/>
      <dgm:t>
        <a:bodyPr/>
        <a:lstStyle/>
        <a:p>
          <a:endParaRPr lang="en-US"/>
        </a:p>
      </dgm:t>
    </dgm:pt>
    <dgm:pt modelId="{ACFF336C-2912-4B98-AFBE-AC843B77BAB7}" type="sibTrans" cxnId="{7E058E3D-AE39-41A7-B3DD-10916FF64EB2}">
      <dgm:prSet/>
      <dgm:spPr/>
      <dgm:t>
        <a:bodyPr/>
        <a:lstStyle/>
        <a:p>
          <a:endParaRPr lang="en-US"/>
        </a:p>
      </dgm:t>
    </dgm:pt>
    <dgm:pt modelId="{B51C88A2-B044-4E3D-B762-D22AAEB8E2AF}">
      <dgm:prSet/>
      <dgm:spPr/>
      <dgm:t>
        <a:bodyPr/>
        <a:lstStyle/>
        <a:p>
          <a:endParaRPr lang="en-US" dirty="0"/>
        </a:p>
      </dgm:t>
    </dgm:pt>
    <dgm:pt modelId="{CB17E1BB-D78D-431E-970C-DE16A9DBBC33}" type="parTrans" cxnId="{A9773F22-5CA4-4F00-BCEC-60FE1D5F58EE}">
      <dgm:prSet/>
      <dgm:spPr/>
      <dgm:t>
        <a:bodyPr/>
        <a:lstStyle/>
        <a:p>
          <a:endParaRPr lang="en-US"/>
        </a:p>
      </dgm:t>
    </dgm:pt>
    <dgm:pt modelId="{CC33BA51-F0DF-45E7-A1FD-E9241526DAE0}" type="sibTrans" cxnId="{A9773F22-5CA4-4F00-BCEC-60FE1D5F58EE}">
      <dgm:prSet/>
      <dgm:spPr/>
      <dgm:t>
        <a:bodyPr/>
        <a:lstStyle/>
        <a:p>
          <a:endParaRPr lang="en-US"/>
        </a:p>
      </dgm:t>
    </dgm:pt>
    <dgm:pt modelId="{7EBC0BC2-19FF-4705-B47A-AE6A8575DCED}">
      <dgm:prSet custT="1"/>
      <dgm:spPr/>
      <dgm:t>
        <a:bodyPr/>
        <a:lstStyle/>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Definition: </a:t>
          </a:r>
          <a:r>
            <a:rPr lang="en-US" sz="2000" b="0" dirty="0">
              <a:latin typeface="Times New Roman" panose="02020603050405020304" pitchFamily="18" charset="0"/>
              <a:cs typeface="Times New Roman" panose="02020603050405020304" pitchFamily="18" charset="0"/>
            </a:rPr>
            <a:t>Primitive</a:t>
          </a:r>
          <a:r>
            <a:rPr lang="en-US" sz="2000" dirty="0">
              <a:latin typeface="Times New Roman" panose="02020603050405020304" pitchFamily="18" charset="0"/>
              <a:cs typeface="Times New Roman" panose="02020603050405020304" pitchFamily="18" charset="0"/>
            </a:rPr>
            <a:t> data types are the fundamental building blocks of data, representing basic values directly supported by the programming language.</a:t>
          </a:r>
        </a:p>
      </dgm:t>
    </dgm:pt>
    <dgm:pt modelId="{461E6F24-C240-4569-8ABE-E921FFA5E97C}" type="parTrans" cxnId="{3D6E0F22-E540-4422-B172-B67F346BF7CB}">
      <dgm:prSet/>
      <dgm:spPr/>
      <dgm:t>
        <a:bodyPr/>
        <a:lstStyle/>
        <a:p>
          <a:endParaRPr lang="en-US"/>
        </a:p>
      </dgm:t>
    </dgm:pt>
    <dgm:pt modelId="{3BE6FC3B-C47F-4029-9F8C-6145AC9BF936}" type="sibTrans" cxnId="{3D6E0F22-E540-4422-B172-B67F346BF7CB}">
      <dgm:prSet/>
      <dgm:spPr/>
      <dgm:t>
        <a:bodyPr/>
        <a:lstStyle/>
        <a:p>
          <a:endParaRPr lang="en-US"/>
        </a:p>
      </dgm:t>
    </dgm:pt>
    <dgm:pt modelId="{E5D7034D-EFFB-4CE6-A4DF-B5634BAA609E}">
      <dgm:prSet/>
      <dgm:spPr/>
      <dgm:t>
        <a:bodyPr/>
        <a:lstStyle/>
        <a:p>
          <a:r>
            <a:rPr lang="en-US" b="1" dirty="0"/>
            <a:t>Examples of Datatypes include:</a:t>
          </a:r>
          <a:endParaRPr lang="en-US" dirty="0"/>
        </a:p>
      </dgm:t>
    </dgm:pt>
    <dgm:pt modelId="{051DC65E-2EA5-4BC4-847E-71D6904A7C7E}" type="parTrans" cxnId="{23E867B9-EC45-491A-A22C-96A4C5688DC6}">
      <dgm:prSet/>
      <dgm:spPr/>
      <dgm:t>
        <a:bodyPr/>
        <a:lstStyle/>
        <a:p>
          <a:endParaRPr lang="en-US"/>
        </a:p>
      </dgm:t>
    </dgm:pt>
    <dgm:pt modelId="{21664A97-12D6-4AA8-AFB9-380F1E6564A7}" type="sibTrans" cxnId="{23E867B9-EC45-491A-A22C-96A4C5688DC6}">
      <dgm:prSet/>
      <dgm:spPr/>
      <dgm:t>
        <a:bodyPr/>
        <a:lstStyle/>
        <a:p>
          <a:endParaRPr lang="en-US"/>
        </a:p>
      </dgm:t>
    </dgm:pt>
    <dgm:pt modelId="{312F2D42-4383-4A5B-BF0E-4B7856A338B0}">
      <dgm:prSet/>
      <dgm:spPr/>
      <dgm:t>
        <a:bodyPr/>
        <a:lstStyle/>
        <a:p>
          <a:r>
            <a:rPr lang="en-US" b="1" dirty="0"/>
            <a:t>Integer: </a:t>
          </a:r>
          <a:r>
            <a:rPr lang="en-US" dirty="0"/>
            <a:t>Represents whole numbers (e.g., 1, -5).</a:t>
          </a:r>
        </a:p>
      </dgm:t>
    </dgm:pt>
    <dgm:pt modelId="{0817A3C3-6BCF-41A8-B786-786C2BB0CB47}" type="parTrans" cxnId="{2A269C92-B924-44D9-AA3E-6230D123AEE5}">
      <dgm:prSet/>
      <dgm:spPr/>
      <dgm:t>
        <a:bodyPr/>
        <a:lstStyle/>
        <a:p>
          <a:endParaRPr lang="en-US"/>
        </a:p>
      </dgm:t>
    </dgm:pt>
    <dgm:pt modelId="{80A26225-7149-4B83-8EEF-CC20ABCBA38D}" type="sibTrans" cxnId="{2A269C92-B924-44D9-AA3E-6230D123AEE5}">
      <dgm:prSet/>
      <dgm:spPr/>
      <dgm:t>
        <a:bodyPr/>
        <a:lstStyle/>
        <a:p>
          <a:endParaRPr lang="en-US"/>
        </a:p>
      </dgm:t>
    </dgm:pt>
    <dgm:pt modelId="{5184E84B-281A-43E7-899E-F28F62CBC5C8}">
      <dgm:prSet custT="1"/>
      <dgm:spPr/>
      <dgm:t>
        <a:bodyPr/>
        <a:lstStyle/>
        <a:p>
          <a:r>
            <a:rPr lang="en-US" sz="2000" b="1" dirty="0">
              <a:latin typeface="Times New Roman" panose="02020603050405020304" pitchFamily="18" charset="0"/>
              <a:cs typeface="Times New Roman" panose="02020603050405020304" pitchFamily="18" charset="0"/>
            </a:rPr>
            <a:t>Float/Double: </a:t>
          </a:r>
          <a:r>
            <a:rPr lang="en-US" sz="2000" dirty="0">
              <a:latin typeface="Times New Roman" panose="02020603050405020304" pitchFamily="18" charset="0"/>
              <a:cs typeface="Times New Roman" panose="02020603050405020304" pitchFamily="18" charset="0"/>
            </a:rPr>
            <a:t>Represents real numbers with decimal points (e.g., 3.14).</a:t>
          </a:r>
        </a:p>
      </dgm:t>
    </dgm:pt>
    <dgm:pt modelId="{97EC3B5E-2613-4F23-B20B-5AC49DC460FE}" type="parTrans" cxnId="{2B55EE2E-23DB-4973-AA3D-752B1FA05880}">
      <dgm:prSet/>
      <dgm:spPr/>
      <dgm:t>
        <a:bodyPr/>
        <a:lstStyle/>
        <a:p>
          <a:endParaRPr lang="en-US"/>
        </a:p>
      </dgm:t>
    </dgm:pt>
    <dgm:pt modelId="{07F7C3A8-57CF-4CB9-9B8A-6C8F31D97F49}" type="sibTrans" cxnId="{2B55EE2E-23DB-4973-AA3D-752B1FA05880}">
      <dgm:prSet/>
      <dgm:spPr/>
      <dgm:t>
        <a:bodyPr/>
        <a:lstStyle/>
        <a:p>
          <a:endParaRPr lang="en-US"/>
        </a:p>
      </dgm:t>
    </dgm:pt>
    <dgm:pt modelId="{D1783C63-AB42-4FFE-BBE4-93EF624355A9}">
      <dgm:prSet/>
      <dgm:spPr/>
      <dgm:t>
        <a:bodyPr/>
        <a:lstStyle/>
        <a:p>
          <a:r>
            <a:rPr lang="en-US" b="1" dirty="0">
              <a:latin typeface="Times New Roman" panose="02020603050405020304" pitchFamily="18" charset="0"/>
              <a:cs typeface="Times New Roman" panose="02020603050405020304" pitchFamily="18" charset="0"/>
            </a:rPr>
            <a:t>Character: </a:t>
          </a:r>
          <a:r>
            <a:rPr lang="en-US" dirty="0">
              <a:latin typeface="Times New Roman" panose="02020603050405020304" pitchFamily="18" charset="0"/>
              <a:cs typeface="Times New Roman" panose="02020603050405020304" pitchFamily="18" charset="0"/>
            </a:rPr>
            <a:t>Represents a single character (e.g., 'A').</a:t>
          </a:r>
        </a:p>
      </dgm:t>
    </dgm:pt>
    <dgm:pt modelId="{58B5DC99-7E6A-4DAF-928C-6F0808AFAADF}" type="parTrans" cxnId="{1E098C18-437E-457C-814A-C28187C0D0B5}">
      <dgm:prSet/>
      <dgm:spPr/>
      <dgm:t>
        <a:bodyPr/>
        <a:lstStyle/>
        <a:p>
          <a:endParaRPr lang="en-US"/>
        </a:p>
      </dgm:t>
    </dgm:pt>
    <dgm:pt modelId="{26BDCF21-3A3C-459D-ACE3-0F00DCB22D41}" type="sibTrans" cxnId="{1E098C18-437E-457C-814A-C28187C0D0B5}">
      <dgm:prSet/>
      <dgm:spPr/>
      <dgm:t>
        <a:bodyPr/>
        <a:lstStyle/>
        <a:p>
          <a:endParaRPr lang="en-US"/>
        </a:p>
      </dgm:t>
    </dgm:pt>
    <dgm:pt modelId="{CDBC4C7A-7E5C-44F9-B199-FA261F11F258}">
      <dgm:prSet/>
      <dgm:spPr/>
      <dgm:t>
        <a:bodyPr/>
        <a:lstStyle/>
        <a:p>
          <a:endParaRPr lang="en-US"/>
        </a:p>
      </dgm:t>
    </dgm:pt>
    <dgm:pt modelId="{9BA568D1-C5A7-4B1B-8168-A2D26EC678E6}" type="parTrans" cxnId="{1D180DC7-3F20-4E1D-837F-B3CF0E5402F1}">
      <dgm:prSet/>
      <dgm:spPr/>
      <dgm:t>
        <a:bodyPr/>
        <a:lstStyle/>
        <a:p>
          <a:endParaRPr lang="en-US"/>
        </a:p>
      </dgm:t>
    </dgm:pt>
    <dgm:pt modelId="{A643E42E-351E-4427-98E4-497472068A60}" type="sibTrans" cxnId="{1D180DC7-3F20-4E1D-837F-B3CF0E5402F1}">
      <dgm:prSet/>
      <dgm:spPr/>
      <dgm:t>
        <a:bodyPr/>
        <a:lstStyle/>
        <a:p>
          <a:endParaRPr lang="en-US"/>
        </a:p>
      </dgm:t>
    </dgm:pt>
    <dgm:pt modelId="{D7E3B155-FE09-44FA-B972-A9809B16449F}" type="pres">
      <dgm:prSet presAssocID="{983FC938-B220-415B-9764-2C8C3580B769}" presName="compositeShape" presStyleCnt="0">
        <dgm:presLayoutVars>
          <dgm:chMax val="7"/>
          <dgm:dir/>
          <dgm:resizeHandles val="exact"/>
        </dgm:presLayoutVars>
      </dgm:prSet>
      <dgm:spPr/>
    </dgm:pt>
    <dgm:pt modelId="{55BAE849-ED12-4D35-893C-4F15EB2EBAC3}" type="pres">
      <dgm:prSet presAssocID="{D11DFD16-B03F-4A8C-AD69-36C911918237}" presName="circ1" presStyleLbl="vennNode1" presStyleIdx="0" presStyleCnt="7"/>
      <dgm:spPr/>
    </dgm:pt>
    <dgm:pt modelId="{CC97F0B9-B2E2-4EFA-9082-2C439F8BBA4C}" type="pres">
      <dgm:prSet presAssocID="{D11DFD16-B03F-4A8C-AD69-36C911918237}" presName="circ1Tx" presStyleLbl="revTx" presStyleIdx="0" presStyleCnt="0" custScaleX="247136" custLinFactNeighborY="0">
        <dgm:presLayoutVars>
          <dgm:chMax val="0"/>
          <dgm:chPref val="0"/>
          <dgm:bulletEnabled val="1"/>
        </dgm:presLayoutVars>
      </dgm:prSet>
      <dgm:spPr/>
    </dgm:pt>
    <dgm:pt modelId="{A280F85C-9C23-45C1-8E63-B57119E7B51C}" type="pres">
      <dgm:prSet presAssocID="{B51C88A2-B044-4E3D-B762-D22AAEB8E2AF}" presName="circ2" presStyleLbl="vennNode1" presStyleIdx="1" presStyleCnt="7"/>
      <dgm:spPr/>
    </dgm:pt>
    <dgm:pt modelId="{07C5EF0F-FBEA-46AA-B195-57AAE2B6AF87}" type="pres">
      <dgm:prSet presAssocID="{B51C88A2-B044-4E3D-B762-D22AAEB8E2AF}" presName="circ2Tx" presStyleLbl="revTx" presStyleIdx="0" presStyleCnt="0">
        <dgm:presLayoutVars>
          <dgm:chMax val="0"/>
          <dgm:chPref val="0"/>
          <dgm:bulletEnabled val="1"/>
        </dgm:presLayoutVars>
      </dgm:prSet>
      <dgm:spPr/>
    </dgm:pt>
    <dgm:pt modelId="{6F6ED860-6D92-4A31-8120-6DB44F6C25CC}" type="pres">
      <dgm:prSet presAssocID="{7EBC0BC2-19FF-4705-B47A-AE6A8575DCED}" presName="circ3" presStyleLbl="vennNode1" presStyleIdx="2" presStyleCnt="7"/>
      <dgm:spPr/>
    </dgm:pt>
    <dgm:pt modelId="{8563815B-1362-4AEB-909E-F7258B02C8D9}" type="pres">
      <dgm:prSet presAssocID="{7EBC0BC2-19FF-4705-B47A-AE6A8575DCED}" presName="circ3Tx" presStyleLbl="revTx" presStyleIdx="0" presStyleCnt="0" custScaleX="160021" custScaleY="143751" custLinFactX="-122250" custLinFactY="-1067" custLinFactNeighborX="-200000" custLinFactNeighborY="-100000">
        <dgm:presLayoutVars>
          <dgm:chMax val="0"/>
          <dgm:chPref val="0"/>
          <dgm:bulletEnabled val="1"/>
        </dgm:presLayoutVars>
      </dgm:prSet>
      <dgm:spPr/>
    </dgm:pt>
    <dgm:pt modelId="{245CC1F7-DC41-4380-A0A2-6B3987E140AE}" type="pres">
      <dgm:prSet presAssocID="{E5D7034D-EFFB-4CE6-A4DF-B5634BAA609E}" presName="circ4" presStyleLbl="vennNode1" presStyleIdx="3" presStyleCnt="7"/>
      <dgm:spPr/>
    </dgm:pt>
    <dgm:pt modelId="{A585A880-6DBB-4CBB-A660-017B7E5CC968}" type="pres">
      <dgm:prSet presAssocID="{E5D7034D-EFFB-4CE6-A4DF-B5634BAA609E}" presName="circ4Tx" presStyleLbl="revTx" presStyleIdx="0" presStyleCnt="0" custScaleX="142242" custLinFactX="-100000" custLinFactY="-52677" custLinFactNeighborX="-156505" custLinFactNeighborY="-100000">
        <dgm:presLayoutVars>
          <dgm:chMax val="0"/>
          <dgm:chPref val="0"/>
          <dgm:bulletEnabled val="1"/>
        </dgm:presLayoutVars>
      </dgm:prSet>
      <dgm:spPr/>
    </dgm:pt>
    <dgm:pt modelId="{F181BF43-E448-4475-A05F-5FE0FD24CD25}" type="pres">
      <dgm:prSet presAssocID="{312F2D42-4383-4A5B-BF0E-4B7856A338B0}" presName="circ5" presStyleLbl="vennNode1" presStyleIdx="4" presStyleCnt="7"/>
      <dgm:spPr/>
    </dgm:pt>
    <dgm:pt modelId="{D17C111D-B889-49A0-8801-3F803754C91F}" type="pres">
      <dgm:prSet presAssocID="{312F2D42-4383-4A5B-BF0E-4B7856A338B0}" presName="circ5Tx" presStyleLbl="revTx" presStyleIdx="0" presStyleCnt="0" custLinFactX="100000" custLinFactY="-7969" custLinFactNeighborX="155945" custLinFactNeighborY="-100000">
        <dgm:presLayoutVars>
          <dgm:chMax val="0"/>
          <dgm:chPref val="0"/>
          <dgm:bulletEnabled val="1"/>
        </dgm:presLayoutVars>
      </dgm:prSet>
      <dgm:spPr/>
    </dgm:pt>
    <dgm:pt modelId="{957F1E79-46BC-46D7-A616-73749A2648DF}" type="pres">
      <dgm:prSet presAssocID="{5184E84B-281A-43E7-899E-F28F62CBC5C8}" presName="circ6" presStyleLbl="vennNode1" presStyleIdx="5" presStyleCnt="7"/>
      <dgm:spPr/>
    </dgm:pt>
    <dgm:pt modelId="{2C240234-DA12-49C6-AF94-376FD350107E}" type="pres">
      <dgm:prSet presAssocID="{5184E84B-281A-43E7-899E-F28F62CBC5C8}" presName="circ6Tx" presStyleLbl="revTx" presStyleIdx="0" presStyleCnt="0" custLinFactX="110503" custLinFactY="-11129" custLinFactNeighborX="200000" custLinFactNeighborY="-100000">
        <dgm:presLayoutVars>
          <dgm:chMax val="0"/>
          <dgm:chPref val="0"/>
          <dgm:bulletEnabled val="1"/>
        </dgm:presLayoutVars>
      </dgm:prSet>
      <dgm:spPr/>
    </dgm:pt>
    <dgm:pt modelId="{868369E3-CCB3-4E64-B15E-3051E62154ED}" type="pres">
      <dgm:prSet presAssocID="{D1783C63-AB42-4FFE-BBE4-93EF624355A9}" presName="circ7" presStyleLbl="vennNode1" presStyleIdx="6" presStyleCnt="7"/>
      <dgm:spPr/>
    </dgm:pt>
    <dgm:pt modelId="{0588831E-60CB-4AF0-99BF-E0643124BB56}" type="pres">
      <dgm:prSet presAssocID="{D1783C63-AB42-4FFE-BBE4-93EF624355A9}" presName="circ7Tx" presStyleLbl="revTx" presStyleIdx="0" presStyleCnt="0" custScaleX="149801" custLinFactX="31557" custLinFactY="100000" custLinFactNeighborX="100000" custLinFactNeighborY="187233">
        <dgm:presLayoutVars>
          <dgm:chMax val="0"/>
          <dgm:chPref val="0"/>
          <dgm:bulletEnabled val="1"/>
        </dgm:presLayoutVars>
      </dgm:prSet>
      <dgm:spPr/>
    </dgm:pt>
  </dgm:ptLst>
  <dgm:cxnLst>
    <dgm:cxn modelId="{1E098C18-437E-457C-814A-C28187C0D0B5}" srcId="{983FC938-B220-415B-9764-2C8C3580B769}" destId="{D1783C63-AB42-4FFE-BBE4-93EF624355A9}" srcOrd="6" destOrd="0" parTransId="{58B5DC99-7E6A-4DAF-928C-6F0808AFAADF}" sibTransId="{26BDCF21-3A3C-459D-ACE3-0F00DCB22D41}"/>
    <dgm:cxn modelId="{3D6E0F22-E540-4422-B172-B67F346BF7CB}" srcId="{983FC938-B220-415B-9764-2C8C3580B769}" destId="{7EBC0BC2-19FF-4705-B47A-AE6A8575DCED}" srcOrd="2" destOrd="0" parTransId="{461E6F24-C240-4569-8ABE-E921FFA5E97C}" sibTransId="{3BE6FC3B-C47F-4029-9F8C-6145AC9BF936}"/>
    <dgm:cxn modelId="{A9773F22-5CA4-4F00-BCEC-60FE1D5F58EE}" srcId="{983FC938-B220-415B-9764-2C8C3580B769}" destId="{B51C88A2-B044-4E3D-B762-D22AAEB8E2AF}" srcOrd="1" destOrd="0" parTransId="{CB17E1BB-D78D-431E-970C-DE16A9DBBC33}" sibTransId="{CC33BA51-F0DF-45E7-A1FD-E9241526DAE0}"/>
    <dgm:cxn modelId="{01076025-9658-49FE-B741-FB3BB2982CE9}" type="presOf" srcId="{E5D7034D-EFFB-4CE6-A4DF-B5634BAA609E}" destId="{A585A880-6DBB-4CBB-A660-017B7E5CC968}" srcOrd="0" destOrd="0" presId="urn:microsoft.com/office/officeart/2005/8/layout/venn1"/>
    <dgm:cxn modelId="{2B55EE2E-23DB-4973-AA3D-752B1FA05880}" srcId="{983FC938-B220-415B-9764-2C8C3580B769}" destId="{5184E84B-281A-43E7-899E-F28F62CBC5C8}" srcOrd="5" destOrd="0" parTransId="{97EC3B5E-2613-4F23-B20B-5AC49DC460FE}" sibTransId="{07F7C3A8-57CF-4CB9-9B8A-6C8F31D97F49}"/>
    <dgm:cxn modelId="{7E058E3D-AE39-41A7-B3DD-10916FF64EB2}" srcId="{983FC938-B220-415B-9764-2C8C3580B769}" destId="{D11DFD16-B03F-4A8C-AD69-36C911918237}" srcOrd="0" destOrd="0" parTransId="{714BF336-407E-499B-A42A-B74D4A67F0A6}" sibTransId="{ACFF336C-2912-4B98-AFBE-AC843B77BAB7}"/>
    <dgm:cxn modelId="{2A269C92-B924-44D9-AA3E-6230D123AEE5}" srcId="{983FC938-B220-415B-9764-2C8C3580B769}" destId="{312F2D42-4383-4A5B-BF0E-4B7856A338B0}" srcOrd="4" destOrd="0" parTransId="{0817A3C3-6BCF-41A8-B786-786C2BB0CB47}" sibTransId="{80A26225-7149-4B83-8EEF-CC20ABCBA38D}"/>
    <dgm:cxn modelId="{2FD56E93-AF2F-457C-8AA1-18055A5553EE}" type="presOf" srcId="{983FC938-B220-415B-9764-2C8C3580B769}" destId="{D7E3B155-FE09-44FA-B972-A9809B16449F}" srcOrd="0" destOrd="0" presId="urn:microsoft.com/office/officeart/2005/8/layout/venn1"/>
    <dgm:cxn modelId="{AC7B31A3-6F6E-4E86-995B-31B1162133F8}" type="presOf" srcId="{7EBC0BC2-19FF-4705-B47A-AE6A8575DCED}" destId="{8563815B-1362-4AEB-909E-F7258B02C8D9}" srcOrd="0" destOrd="0" presId="urn:microsoft.com/office/officeart/2005/8/layout/venn1"/>
    <dgm:cxn modelId="{7FEDE5AC-C0C2-4A36-8A40-827A0C537A98}" type="presOf" srcId="{5184E84B-281A-43E7-899E-F28F62CBC5C8}" destId="{2C240234-DA12-49C6-AF94-376FD350107E}" srcOrd="0" destOrd="0" presId="urn:microsoft.com/office/officeart/2005/8/layout/venn1"/>
    <dgm:cxn modelId="{23E867B9-EC45-491A-A22C-96A4C5688DC6}" srcId="{983FC938-B220-415B-9764-2C8C3580B769}" destId="{E5D7034D-EFFB-4CE6-A4DF-B5634BAA609E}" srcOrd="3" destOrd="0" parTransId="{051DC65E-2EA5-4BC4-847E-71D6904A7C7E}" sibTransId="{21664A97-12D6-4AA8-AFB9-380F1E6564A7}"/>
    <dgm:cxn modelId="{1D180DC7-3F20-4E1D-837F-B3CF0E5402F1}" srcId="{983FC938-B220-415B-9764-2C8C3580B769}" destId="{CDBC4C7A-7E5C-44F9-B199-FA261F11F258}" srcOrd="7" destOrd="0" parTransId="{9BA568D1-C5A7-4B1B-8168-A2D26EC678E6}" sibTransId="{A643E42E-351E-4427-98E4-497472068A60}"/>
    <dgm:cxn modelId="{3B3AC6C8-4DF2-4825-9784-2A3069912CBC}" type="presOf" srcId="{D11DFD16-B03F-4A8C-AD69-36C911918237}" destId="{CC97F0B9-B2E2-4EFA-9082-2C439F8BBA4C}" srcOrd="0" destOrd="0" presId="urn:microsoft.com/office/officeart/2005/8/layout/venn1"/>
    <dgm:cxn modelId="{6C10CBD7-D47A-4BE5-BC3C-D617C1EE0953}" type="presOf" srcId="{B51C88A2-B044-4E3D-B762-D22AAEB8E2AF}" destId="{07C5EF0F-FBEA-46AA-B195-57AAE2B6AF87}" srcOrd="0" destOrd="0" presId="urn:microsoft.com/office/officeart/2005/8/layout/venn1"/>
    <dgm:cxn modelId="{D599B1EA-34F7-4E48-80FD-7CE603704840}" type="presOf" srcId="{312F2D42-4383-4A5B-BF0E-4B7856A338B0}" destId="{D17C111D-B889-49A0-8801-3F803754C91F}" srcOrd="0" destOrd="0" presId="urn:microsoft.com/office/officeart/2005/8/layout/venn1"/>
    <dgm:cxn modelId="{3782C7F3-F9EA-4ACD-90C1-A80C49DE8486}" type="presOf" srcId="{D1783C63-AB42-4FFE-BBE4-93EF624355A9}" destId="{0588831E-60CB-4AF0-99BF-E0643124BB56}" srcOrd="0" destOrd="0" presId="urn:microsoft.com/office/officeart/2005/8/layout/venn1"/>
    <dgm:cxn modelId="{217F5B7F-C4C7-4ADA-9B6F-D5EA7FEF9CEC}" type="presParOf" srcId="{D7E3B155-FE09-44FA-B972-A9809B16449F}" destId="{55BAE849-ED12-4D35-893C-4F15EB2EBAC3}" srcOrd="0" destOrd="0" presId="urn:microsoft.com/office/officeart/2005/8/layout/venn1"/>
    <dgm:cxn modelId="{5FA2167D-9DA5-4165-825E-8A6F50FAC58C}" type="presParOf" srcId="{D7E3B155-FE09-44FA-B972-A9809B16449F}" destId="{CC97F0B9-B2E2-4EFA-9082-2C439F8BBA4C}" srcOrd="1" destOrd="0" presId="urn:microsoft.com/office/officeart/2005/8/layout/venn1"/>
    <dgm:cxn modelId="{75881D99-F996-4E66-BB77-525D84B1EE14}" type="presParOf" srcId="{D7E3B155-FE09-44FA-B972-A9809B16449F}" destId="{A280F85C-9C23-45C1-8E63-B57119E7B51C}" srcOrd="2" destOrd="0" presId="urn:microsoft.com/office/officeart/2005/8/layout/venn1"/>
    <dgm:cxn modelId="{CF00D305-2E24-4832-A9EB-BE09533FC1DF}" type="presParOf" srcId="{D7E3B155-FE09-44FA-B972-A9809B16449F}" destId="{07C5EF0F-FBEA-46AA-B195-57AAE2B6AF87}" srcOrd="3" destOrd="0" presId="urn:microsoft.com/office/officeart/2005/8/layout/venn1"/>
    <dgm:cxn modelId="{25E08100-906B-45F1-9555-F8549C93447C}" type="presParOf" srcId="{D7E3B155-FE09-44FA-B972-A9809B16449F}" destId="{6F6ED860-6D92-4A31-8120-6DB44F6C25CC}" srcOrd="4" destOrd="0" presId="urn:microsoft.com/office/officeart/2005/8/layout/venn1"/>
    <dgm:cxn modelId="{32F689A1-B2CD-453E-ACF1-40DE0804998D}" type="presParOf" srcId="{D7E3B155-FE09-44FA-B972-A9809B16449F}" destId="{8563815B-1362-4AEB-909E-F7258B02C8D9}" srcOrd="5" destOrd="0" presId="urn:microsoft.com/office/officeart/2005/8/layout/venn1"/>
    <dgm:cxn modelId="{77B3ABC1-91ED-4025-86A4-7534C76238D3}" type="presParOf" srcId="{D7E3B155-FE09-44FA-B972-A9809B16449F}" destId="{245CC1F7-DC41-4380-A0A2-6B3987E140AE}" srcOrd="6" destOrd="0" presId="urn:microsoft.com/office/officeart/2005/8/layout/venn1"/>
    <dgm:cxn modelId="{A89E34F9-F50E-4736-AAE2-51A796C9A5B2}" type="presParOf" srcId="{D7E3B155-FE09-44FA-B972-A9809B16449F}" destId="{A585A880-6DBB-4CBB-A660-017B7E5CC968}" srcOrd="7" destOrd="0" presId="urn:microsoft.com/office/officeart/2005/8/layout/venn1"/>
    <dgm:cxn modelId="{1D3D524F-E5A1-499F-BEEC-6910CAC3CFE9}" type="presParOf" srcId="{D7E3B155-FE09-44FA-B972-A9809B16449F}" destId="{F181BF43-E448-4475-A05F-5FE0FD24CD25}" srcOrd="8" destOrd="0" presId="urn:microsoft.com/office/officeart/2005/8/layout/venn1"/>
    <dgm:cxn modelId="{C17A6865-E83E-41B4-8D20-ED492BFE8ECD}" type="presParOf" srcId="{D7E3B155-FE09-44FA-B972-A9809B16449F}" destId="{D17C111D-B889-49A0-8801-3F803754C91F}" srcOrd="9" destOrd="0" presId="urn:microsoft.com/office/officeart/2005/8/layout/venn1"/>
    <dgm:cxn modelId="{CD61FE10-9D4D-4604-AEAD-EB9AABD44998}" type="presParOf" srcId="{D7E3B155-FE09-44FA-B972-A9809B16449F}" destId="{957F1E79-46BC-46D7-A616-73749A2648DF}" srcOrd="10" destOrd="0" presId="urn:microsoft.com/office/officeart/2005/8/layout/venn1"/>
    <dgm:cxn modelId="{1BDF116F-1DEC-48D3-A029-9269DEF3F8E1}" type="presParOf" srcId="{D7E3B155-FE09-44FA-B972-A9809B16449F}" destId="{2C240234-DA12-49C6-AF94-376FD350107E}" srcOrd="11" destOrd="0" presId="urn:microsoft.com/office/officeart/2005/8/layout/venn1"/>
    <dgm:cxn modelId="{87F07FA1-CFDF-44DF-A2FB-2C34A6B1B7D1}" type="presParOf" srcId="{D7E3B155-FE09-44FA-B972-A9809B16449F}" destId="{868369E3-CCB3-4E64-B15E-3051E62154ED}" srcOrd="12" destOrd="0" presId="urn:microsoft.com/office/officeart/2005/8/layout/venn1"/>
    <dgm:cxn modelId="{580FB237-702E-45CC-B4E8-B7DE339E3277}" type="presParOf" srcId="{D7E3B155-FE09-44FA-B972-A9809B16449F}" destId="{0588831E-60CB-4AF0-99BF-E0643124BB56}" srcOrd="13"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EDF9D4D-3AB1-4C4D-AFC7-1917B227F5B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E4BBF042-A8EB-47BC-A882-D225BE55CA4E}">
      <dgm:prSet custT="1"/>
      <dgm:spPr/>
      <dgm:t>
        <a:bodyPr/>
        <a:lstStyle/>
        <a:p>
          <a:r>
            <a:rPr lang="en-US" sz="4400" b="1" dirty="0">
              <a:latin typeface="Times New Roman" panose="02020603050405020304" pitchFamily="18" charset="0"/>
              <a:cs typeface="Times New Roman" panose="02020603050405020304" pitchFamily="18" charset="0"/>
            </a:rPr>
            <a:t>TYPES OF DATATYPES</a:t>
          </a:r>
          <a:endParaRPr lang="en-US" sz="4400" dirty="0">
            <a:latin typeface="Times New Roman" panose="02020603050405020304" pitchFamily="18" charset="0"/>
            <a:cs typeface="Times New Roman" panose="02020603050405020304" pitchFamily="18" charset="0"/>
          </a:endParaRPr>
        </a:p>
      </dgm:t>
    </dgm:pt>
    <dgm:pt modelId="{E6DF84CD-EFF1-4831-B98D-B4112936657A}" type="parTrans" cxnId="{70D1F9FE-D415-4D61-8F0B-B15D6D00781B}">
      <dgm:prSet/>
      <dgm:spPr/>
      <dgm:t>
        <a:bodyPr/>
        <a:lstStyle/>
        <a:p>
          <a:endParaRPr lang="en-US"/>
        </a:p>
      </dgm:t>
    </dgm:pt>
    <dgm:pt modelId="{B73C6F76-9F71-438A-8097-8CEA03B932DC}" type="sibTrans" cxnId="{70D1F9FE-D415-4D61-8F0B-B15D6D00781B}">
      <dgm:prSet/>
      <dgm:spPr/>
      <dgm:t>
        <a:bodyPr/>
        <a:lstStyle/>
        <a:p>
          <a:endParaRPr lang="en-US"/>
        </a:p>
      </dgm:t>
    </dgm:pt>
    <dgm:pt modelId="{218A54E7-0DA1-426F-B66A-0E547178C34B}" type="pres">
      <dgm:prSet presAssocID="{9EDF9D4D-3AB1-4C4D-AFC7-1917B227F5BC}" presName="Name0" presStyleCnt="0">
        <dgm:presLayoutVars>
          <dgm:dir/>
          <dgm:animLvl val="lvl"/>
          <dgm:resizeHandles val="exact"/>
        </dgm:presLayoutVars>
      </dgm:prSet>
      <dgm:spPr/>
    </dgm:pt>
    <dgm:pt modelId="{E2572217-0A56-4649-A8DE-2ED402A65062}" type="pres">
      <dgm:prSet presAssocID="{E4BBF042-A8EB-47BC-A882-D225BE55CA4E}" presName="linNode" presStyleCnt="0"/>
      <dgm:spPr/>
    </dgm:pt>
    <dgm:pt modelId="{1721D343-17F5-4A2F-897C-86066E17C419}" type="pres">
      <dgm:prSet presAssocID="{E4BBF042-A8EB-47BC-A882-D225BE55CA4E}" presName="parentText" presStyleLbl="node1" presStyleIdx="0" presStyleCnt="1" custScaleX="277778">
        <dgm:presLayoutVars>
          <dgm:chMax val="1"/>
          <dgm:bulletEnabled val="1"/>
        </dgm:presLayoutVars>
      </dgm:prSet>
      <dgm:spPr/>
    </dgm:pt>
  </dgm:ptLst>
  <dgm:cxnLst>
    <dgm:cxn modelId="{1BF2EE6E-E0E7-476C-A85F-1CC7BCAD90CE}" type="presOf" srcId="{9EDF9D4D-3AB1-4C4D-AFC7-1917B227F5BC}" destId="{218A54E7-0DA1-426F-B66A-0E547178C34B}" srcOrd="0" destOrd="0" presId="urn:microsoft.com/office/officeart/2005/8/layout/vList5"/>
    <dgm:cxn modelId="{93BAAAC7-F889-4CC9-BDE7-FAC2BA99423F}" type="presOf" srcId="{E4BBF042-A8EB-47BC-A882-D225BE55CA4E}" destId="{1721D343-17F5-4A2F-897C-86066E17C419}" srcOrd="0" destOrd="0" presId="urn:microsoft.com/office/officeart/2005/8/layout/vList5"/>
    <dgm:cxn modelId="{70D1F9FE-D415-4D61-8F0B-B15D6D00781B}" srcId="{9EDF9D4D-3AB1-4C4D-AFC7-1917B227F5BC}" destId="{E4BBF042-A8EB-47BC-A882-D225BE55CA4E}" srcOrd="0" destOrd="0" parTransId="{E6DF84CD-EFF1-4831-B98D-B4112936657A}" sibTransId="{B73C6F76-9F71-438A-8097-8CEA03B932DC}"/>
    <dgm:cxn modelId="{221FF8BB-A62A-4B29-9BED-50209FABE001}" type="presParOf" srcId="{218A54E7-0DA1-426F-B66A-0E547178C34B}" destId="{E2572217-0A56-4649-A8DE-2ED402A65062}" srcOrd="0" destOrd="0" presId="urn:microsoft.com/office/officeart/2005/8/layout/vList5"/>
    <dgm:cxn modelId="{11BC6666-B85C-4A17-883C-4D1E95CECE89}" type="presParOf" srcId="{E2572217-0A56-4649-A8DE-2ED402A65062}" destId="{1721D343-17F5-4A2F-897C-86066E17C419}"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35564FA-CE0E-4547-AF49-97A740A8B9D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26A41CB-3E3D-49C5-801A-C81EBF700D91}">
      <dgm:prSet custT="1"/>
      <dgm:spPr/>
      <dgm:t>
        <a:bodyPr/>
        <a:lstStyle/>
        <a:p>
          <a:r>
            <a:rPr lang="en-US" sz="4400" b="1" dirty="0">
              <a:latin typeface="Times New Roman" panose="02020603050405020304" pitchFamily="18" charset="0"/>
              <a:cs typeface="Times New Roman" panose="02020603050405020304" pitchFamily="18" charset="0"/>
            </a:rPr>
            <a:t>TYPES OF DATATYPES</a:t>
          </a:r>
          <a:endParaRPr lang="en-US" sz="4400" dirty="0">
            <a:latin typeface="Times New Roman" panose="02020603050405020304" pitchFamily="18" charset="0"/>
            <a:cs typeface="Times New Roman" panose="02020603050405020304" pitchFamily="18" charset="0"/>
          </a:endParaRPr>
        </a:p>
      </dgm:t>
    </dgm:pt>
    <dgm:pt modelId="{EB22CBB3-F8C3-4166-96F3-340DB4F814F4}" type="parTrans" cxnId="{08B075FC-A1C3-4915-B289-438BBA9AFC4D}">
      <dgm:prSet/>
      <dgm:spPr/>
      <dgm:t>
        <a:bodyPr/>
        <a:lstStyle/>
        <a:p>
          <a:endParaRPr lang="en-US"/>
        </a:p>
      </dgm:t>
    </dgm:pt>
    <dgm:pt modelId="{0047BABC-176E-467E-9B6B-A6E890A07010}" type="sibTrans" cxnId="{08B075FC-A1C3-4915-B289-438BBA9AFC4D}">
      <dgm:prSet/>
      <dgm:spPr/>
      <dgm:t>
        <a:bodyPr/>
        <a:lstStyle/>
        <a:p>
          <a:endParaRPr lang="en-US"/>
        </a:p>
      </dgm:t>
    </dgm:pt>
    <dgm:pt modelId="{6AC1D664-76C0-48E3-A4DE-B7067A2F7086}" type="pres">
      <dgm:prSet presAssocID="{735564FA-CE0E-4547-AF49-97A740A8B9D9}" presName="Name0" presStyleCnt="0">
        <dgm:presLayoutVars>
          <dgm:dir/>
          <dgm:animLvl val="lvl"/>
          <dgm:resizeHandles val="exact"/>
        </dgm:presLayoutVars>
      </dgm:prSet>
      <dgm:spPr/>
    </dgm:pt>
    <dgm:pt modelId="{1480F627-40D1-42B3-B3B6-0FBCCDBD5BA1}" type="pres">
      <dgm:prSet presAssocID="{726A41CB-3E3D-49C5-801A-C81EBF700D91}" presName="linNode" presStyleCnt="0"/>
      <dgm:spPr/>
    </dgm:pt>
    <dgm:pt modelId="{D2A7024D-7CE8-439E-8217-0602C8376F2B}" type="pres">
      <dgm:prSet presAssocID="{726A41CB-3E3D-49C5-801A-C81EBF700D91}" presName="parentText" presStyleLbl="node1" presStyleIdx="0" presStyleCnt="1" custScaleX="201587" custScaleY="100098" custLinFactNeighborY="-49">
        <dgm:presLayoutVars>
          <dgm:chMax val="1"/>
          <dgm:bulletEnabled val="1"/>
        </dgm:presLayoutVars>
      </dgm:prSet>
      <dgm:spPr/>
    </dgm:pt>
  </dgm:ptLst>
  <dgm:cxnLst>
    <dgm:cxn modelId="{2315B60C-388B-45A6-BCA9-AC8B6793B898}" type="presOf" srcId="{735564FA-CE0E-4547-AF49-97A740A8B9D9}" destId="{6AC1D664-76C0-48E3-A4DE-B7067A2F7086}" srcOrd="0" destOrd="0" presId="urn:microsoft.com/office/officeart/2005/8/layout/vList5"/>
    <dgm:cxn modelId="{B1A8C80C-4D1C-46CE-A1EA-CA7BC1AF5764}" type="presOf" srcId="{726A41CB-3E3D-49C5-801A-C81EBF700D91}" destId="{D2A7024D-7CE8-439E-8217-0602C8376F2B}" srcOrd="0" destOrd="0" presId="urn:microsoft.com/office/officeart/2005/8/layout/vList5"/>
    <dgm:cxn modelId="{08B075FC-A1C3-4915-B289-438BBA9AFC4D}" srcId="{735564FA-CE0E-4547-AF49-97A740A8B9D9}" destId="{726A41CB-3E3D-49C5-801A-C81EBF700D91}" srcOrd="0" destOrd="0" parTransId="{EB22CBB3-F8C3-4166-96F3-340DB4F814F4}" sibTransId="{0047BABC-176E-467E-9B6B-A6E890A07010}"/>
    <dgm:cxn modelId="{1067EA6C-A865-4E60-BC41-9C811FF05655}" type="presParOf" srcId="{6AC1D664-76C0-48E3-A4DE-B7067A2F7086}" destId="{1480F627-40D1-42B3-B3B6-0FBCCDBD5BA1}" srcOrd="0" destOrd="0" presId="urn:microsoft.com/office/officeart/2005/8/layout/vList5"/>
    <dgm:cxn modelId="{6D9CC00F-CFE5-45B0-85E0-ADA72080E932}" type="presParOf" srcId="{1480F627-40D1-42B3-B3B6-0FBCCDBD5BA1}" destId="{D2A7024D-7CE8-439E-8217-0602C8376F2B}"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7919428-EC41-44F5-9D84-F213991ADE49}"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US"/>
        </a:p>
      </dgm:t>
    </dgm:pt>
    <dgm:pt modelId="{7880AB18-59A7-455A-B162-6DB560F26F97}">
      <dgm:prSet custT="1"/>
      <dgm:spPr/>
      <dgm:t>
        <a:bodyPr/>
        <a:lstStyle/>
        <a:p>
          <a:r>
            <a:rPr lang="en-US" sz="2400" b="1" dirty="0">
              <a:latin typeface="Times New Roman" panose="02020603050405020304" pitchFamily="18" charset="0"/>
              <a:cs typeface="Times New Roman" panose="02020603050405020304" pitchFamily="18" charset="0"/>
            </a:rPr>
            <a:t>ABSTRACT DATA TYPES (ADTS):</a:t>
          </a:r>
          <a:endParaRPr lang="en-US" sz="2400" dirty="0">
            <a:latin typeface="Times New Roman" panose="02020603050405020304" pitchFamily="18" charset="0"/>
            <a:cs typeface="Times New Roman" panose="02020603050405020304" pitchFamily="18" charset="0"/>
          </a:endParaRPr>
        </a:p>
      </dgm:t>
    </dgm:pt>
    <dgm:pt modelId="{DC075C52-D28B-4B40-A3D0-1192DAB532B9}" type="parTrans" cxnId="{C5C59700-95EA-459B-B2CC-6C4DA64532C2}">
      <dgm:prSet/>
      <dgm:spPr/>
      <dgm:t>
        <a:bodyPr/>
        <a:lstStyle/>
        <a:p>
          <a:endParaRPr lang="en-US"/>
        </a:p>
      </dgm:t>
    </dgm:pt>
    <dgm:pt modelId="{0F27AEEA-C8BB-4ADB-907A-5E03D3955EE3}" type="sibTrans" cxnId="{C5C59700-95EA-459B-B2CC-6C4DA64532C2}">
      <dgm:prSet/>
      <dgm:spPr/>
      <dgm:t>
        <a:bodyPr/>
        <a:lstStyle/>
        <a:p>
          <a:endParaRPr lang="en-US"/>
        </a:p>
      </dgm:t>
    </dgm:pt>
    <dgm:pt modelId="{7A6999F4-BC94-4557-9DB2-D91CA141E764}">
      <dgm:prSet custT="1"/>
      <dgm:spPr/>
      <dgm:t>
        <a:bodyPr/>
        <a:lstStyle/>
        <a:p>
          <a:r>
            <a:rPr lang="en-US" sz="2000" b="1" dirty="0">
              <a:latin typeface="Times New Roman" panose="02020603050405020304" pitchFamily="18" charset="0"/>
              <a:cs typeface="Times New Roman" panose="02020603050405020304" pitchFamily="18" charset="0"/>
            </a:rPr>
            <a:t>Definition: </a:t>
          </a:r>
          <a:r>
            <a:rPr lang="en-US" sz="2000" dirty="0">
              <a:latin typeface="Times New Roman" panose="02020603050405020304" pitchFamily="18" charset="0"/>
              <a:cs typeface="Times New Roman" panose="02020603050405020304" pitchFamily="18" charset="0"/>
            </a:rPr>
            <a:t>Abstract Data Types are high-level descriptions of data structures that focus on the behavior of the data and the operations that can be performed, without specifying the implementation details.</a:t>
          </a:r>
        </a:p>
      </dgm:t>
    </dgm:pt>
    <dgm:pt modelId="{861AC690-8B74-4572-B5D4-962597F956E2}" type="parTrans" cxnId="{6634FC38-C4A2-4445-941C-FD96F3418C17}">
      <dgm:prSet/>
      <dgm:spPr/>
      <dgm:t>
        <a:bodyPr/>
        <a:lstStyle/>
        <a:p>
          <a:endParaRPr lang="en-US"/>
        </a:p>
      </dgm:t>
    </dgm:pt>
    <dgm:pt modelId="{EDF314C9-8D7A-438A-ABF3-45FF54FBDC6C}" type="sibTrans" cxnId="{6634FC38-C4A2-4445-941C-FD96F3418C17}">
      <dgm:prSet/>
      <dgm:spPr/>
      <dgm:t>
        <a:bodyPr/>
        <a:lstStyle/>
        <a:p>
          <a:endParaRPr lang="en-US"/>
        </a:p>
      </dgm:t>
    </dgm:pt>
    <dgm:pt modelId="{61AA2921-E750-4046-9186-90421AB133B5}">
      <dgm:prSet/>
      <dgm:spPr/>
      <dgm:t>
        <a:bodyPr/>
        <a:lstStyle/>
        <a:p>
          <a:r>
            <a:rPr lang="en-US" b="1" dirty="0">
              <a:latin typeface="Times New Roman" panose="02020603050405020304" pitchFamily="18" charset="0"/>
              <a:cs typeface="Times New Roman" panose="02020603050405020304" pitchFamily="18" charset="0"/>
            </a:rPr>
            <a:t>Stack: </a:t>
          </a:r>
          <a:r>
            <a:rPr lang="en-US" dirty="0">
              <a:latin typeface="Times New Roman" panose="02020603050405020304" pitchFamily="18" charset="0"/>
              <a:cs typeface="Times New Roman" panose="02020603050405020304" pitchFamily="18" charset="0"/>
            </a:rPr>
            <a:t>Supports operations like push and pop.</a:t>
          </a:r>
        </a:p>
      </dgm:t>
    </dgm:pt>
    <dgm:pt modelId="{E09A96C3-B64B-4505-B70D-E3E390E1E1CB}" type="parTrans" cxnId="{BBDC675B-6288-4378-B1CF-622D79F7AD5D}">
      <dgm:prSet/>
      <dgm:spPr/>
      <dgm:t>
        <a:bodyPr/>
        <a:lstStyle/>
        <a:p>
          <a:endParaRPr lang="en-US"/>
        </a:p>
      </dgm:t>
    </dgm:pt>
    <dgm:pt modelId="{69F6D8F5-33B0-4901-BCF0-B55D879D0771}" type="sibTrans" cxnId="{BBDC675B-6288-4378-B1CF-622D79F7AD5D}">
      <dgm:prSet/>
      <dgm:spPr/>
      <dgm:t>
        <a:bodyPr/>
        <a:lstStyle/>
        <a:p>
          <a:endParaRPr lang="en-US"/>
        </a:p>
      </dgm:t>
    </dgm:pt>
    <dgm:pt modelId="{DD22ADE9-3037-4F75-9812-3CA421EB641E}">
      <dgm:prSet custT="1"/>
      <dgm:spPr/>
      <dgm:t>
        <a:bodyPr/>
        <a:lstStyle/>
        <a:p>
          <a:r>
            <a:rPr lang="en-US" sz="1800" b="1" dirty="0">
              <a:latin typeface="Times New Roman" panose="02020603050405020304" pitchFamily="18" charset="0"/>
              <a:cs typeface="Times New Roman" panose="02020603050405020304" pitchFamily="18" charset="0"/>
            </a:rPr>
            <a:t>Queue</a:t>
          </a:r>
          <a:r>
            <a:rPr lang="en-US" sz="1800" dirty="0">
              <a:latin typeface="Times New Roman" panose="02020603050405020304" pitchFamily="18" charset="0"/>
              <a:cs typeface="Times New Roman" panose="02020603050405020304" pitchFamily="18" charset="0"/>
            </a:rPr>
            <a:t>: Supports operations like enqueue and dequeue.</a:t>
          </a:r>
        </a:p>
      </dgm:t>
    </dgm:pt>
    <dgm:pt modelId="{B49EF3C1-570E-43D0-9990-6C1C4A4BAD19}" type="parTrans" cxnId="{12091445-9E53-488C-ACF5-E2EF35096B57}">
      <dgm:prSet/>
      <dgm:spPr/>
      <dgm:t>
        <a:bodyPr/>
        <a:lstStyle/>
        <a:p>
          <a:endParaRPr lang="en-US"/>
        </a:p>
      </dgm:t>
    </dgm:pt>
    <dgm:pt modelId="{ACCAB0E4-A4F0-41E3-AA63-951CF1D9C2EE}" type="sibTrans" cxnId="{12091445-9E53-488C-ACF5-E2EF35096B57}">
      <dgm:prSet/>
      <dgm:spPr/>
      <dgm:t>
        <a:bodyPr/>
        <a:lstStyle/>
        <a:p>
          <a:endParaRPr lang="en-US"/>
        </a:p>
      </dgm:t>
    </dgm:pt>
    <dgm:pt modelId="{6950789E-012C-4159-ACBA-5A2940D180D7}">
      <dgm:prSet/>
      <dgm:spPr/>
      <dgm:t>
        <a:bodyPr/>
        <a:lstStyle/>
        <a:p>
          <a:r>
            <a:rPr lang="en-US" b="1" dirty="0">
              <a:latin typeface="Times New Roman" panose="02020603050405020304" pitchFamily="18" charset="0"/>
              <a:cs typeface="Times New Roman" panose="02020603050405020304" pitchFamily="18" charset="0"/>
            </a:rPr>
            <a:t>Linked List: </a:t>
          </a:r>
          <a:r>
            <a:rPr lang="en-US" dirty="0">
              <a:latin typeface="Times New Roman" panose="02020603050405020304" pitchFamily="18" charset="0"/>
              <a:cs typeface="Times New Roman" panose="02020603050405020304" pitchFamily="18" charset="0"/>
            </a:rPr>
            <a:t>Supports operations like insertion and deletion.</a:t>
          </a:r>
        </a:p>
      </dgm:t>
    </dgm:pt>
    <dgm:pt modelId="{6A90F95D-E59B-41DC-8B54-C26C8A64F123}" type="parTrans" cxnId="{5DAA8B30-4B7F-422A-B773-32A3CE540C2B}">
      <dgm:prSet/>
      <dgm:spPr/>
      <dgm:t>
        <a:bodyPr/>
        <a:lstStyle/>
        <a:p>
          <a:endParaRPr lang="en-US"/>
        </a:p>
      </dgm:t>
    </dgm:pt>
    <dgm:pt modelId="{F358641B-239E-47C1-ACD0-D056AB7D71B3}" type="sibTrans" cxnId="{5DAA8B30-4B7F-422A-B773-32A3CE540C2B}">
      <dgm:prSet/>
      <dgm:spPr/>
      <dgm:t>
        <a:bodyPr/>
        <a:lstStyle/>
        <a:p>
          <a:endParaRPr lang="en-US"/>
        </a:p>
      </dgm:t>
    </dgm:pt>
    <dgm:pt modelId="{A86BA9D4-A3A4-42B6-A58D-E0BECB63AEFE}">
      <dgm:prSet/>
      <dgm:spPr/>
      <dgm:t>
        <a:bodyPr/>
        <a:lstStyle/>
        <a:p>
          <a:r>
            <a:rPr lang="en-US" b="1" dirty="0">
              <a:latin typeface="Times New Roman" panose="02020603050405020304" pitchFamily="18" charset="0"/>
              <a:cs typeface="Times New Roman" panose="02020603050405020304" pitchFamily="18" charset="0"/>
            </a:rPr>
            <a:t>Tree: </a:t>
          </a:r>
          <a:r>
            <a:rPr lang="en-US" dirty="0">
              <a:latin typeface="Times New Roman" panose="02020603050405020304" pitchFamily="18" charset="0"/>
              <a:cs typeface="Times New Roman" panose="02020603050405020304" pitchFamily="18" charset="0"/>
            </a:rPr>
            <a:t>Supports hierarchical representation with operations like traversal and search.</a:t>
          </a:r>
        </a:p>
      </dgm:t>
    </dgm:pt>
    <dgm:pt modelId="{96776B9B-C263-4D03-9A3B-AA9E8101CDA3}" type="parTrans" cxnId="{E880432C-3B15-4C22-8DF2-01652A4ADB3B}">
      <dgm:prSet/>
      <dgm:spPr/>
      <dgm:t>
        <a:bodyPr/>
        <a:lstStyle/>
        <a:p>
          <a:endParaRPr lang="en-US"/>
        </a:p>
      </dgm:t>
    </dgm:pt>
    <dgm:pt modelId="{94F3866E-AA81-4A51-8C19-B16352CF54D6}" type="sibTrans" cxnId="{E880432C-3B15-4C22-8DF2-01652A4ADB3B}">
      <dgm:prSet/>
      <dgm:spPr/>
      <dgm:t>
        <a:bodyPr/>
        <a:lstStyle/>
        <a:p>
          <a:endParaRPr lang="en-US"/>
        </a:p>
      </dgm:t>
    </dgm:pt>
    <dgm:pt modelId="{A4110C7C-914A-4896-9EA5-BF87EB409E38}" type="pres">
      <dgm:prSet presAssocID="{D7919428-EC41-44F5-9D84-F213991ADE49}" presName="compositeShape" presStyleCnt="0">
        <dgm:presLayoutVars>
          <dgm:chMax val="7"/>
          <dgm:dir/>
          <dgm:resizeHandles val="exact"/>
        </dgm:presLayoutVars>
      </dgm:prSet>
      <dgm:spPr/>
    </dgm:pt>
    <dgm:pt modelId="{2C50A11E-BCD2-4591-B329-37DAE2A6DF12}" type="pres">
      <dgm:prSet presAssocID="{7880AB18-59A7-455A-B162-6DB560F26F97}" presName="circ1" presStyleLbl="vennNode1" presStyleIdx="0" presStyleCnt="6"/>
      <dgm:spPr/>
    </dgm:pt>
    <dgm:pt modelId="{88CFD917-F283-4A57-B61A-339D2B07D7CE}" type="pres">
      <dgm:prSet presAssocID="{7880AB18-59A7-455A-B162-6DB560F26F97}" presName="circ1Tx" presStyleLbl="revTx" presStyleIdx="0" presStyleCnt="0">
        <dgm:presLayoutVars>
          <dgm:chMax val="0"/>
          <dgm:chPref val="0"/>
          <dgm:bulletEnabled val="1"/>
        </dgm:presLayoutVars>
      </dgm:prSet>
      <dgm:spPr/>
    </dgm:pt>
    <dgm:pt modelId="{207CAA98-2AA0-4A71-B897-D58B7C63C7C6}" type="pres">
      <dgm:prSet presAssocID="{7A6999F4-BC94-4557-9DB2-D91CA141E764}" presName="circ2" presStyleLbl="vennNode1" presStyleIdx="1" presStyleCnt="6"/>
      <dgm:spPr/>
    </dgm:pt>
    <dgm:pt modelId="{F94BC24E-F5B9-4F8B-9CF3-5E2A53C11066}" type="pres">
      <dgm:prSet presAssocID="{7A6999F4-BC94-4557-9DB2-D91CA141E764}" presName="circ2Tx" presStyleLbl="revTx" presStyleIdx="0" presStyleCnt="0" custScaleX="175845" custScaleY="152898" custLinFactX="-100000" custLinFactNeighborX="-199672" custLinFactNeighborY="22296">
        <dgm:presLayoutVars>
          <dgm:chMax val="0"/>
          <dgm:chPref val="0"/>
          <dgm:bulletEnabled val="1"/>
        </dgm:presLayoutVars>
      </dgm:prSet>
      <dgm:spPr/>
    </dgm:pt>
    <dgm:pt modelId="{D3E10054-F417-479B-BEA9-8B68F8777C1F}" type="pres">
      <dgm:prSet presAssocID="{61AA2921-E750-4046-9186-90421AB133B5}" presName="circ3" presStyleLbl="vennNode1" presStyleIdx="2" presStyleCnt="6"/>
      <dgm:spPr/>
    </dgm:pt>
    <dgm:pt modelId="{55BF7F4C-A55F-4580-B9E2-5C31925374DB}" type="pres">
      <dgm:prSet presAssocID="{61AA2921-E750-4046-9186-90421AB133B5}" presName="circ3Tx" presStyleLbl="revTx" presStyleIdx="0" presStyleCnt="0" custLinFactNeighborX="26520" custLinFactNeighborY="-6283">
        <dgm:presLayoutVars>
          <dgm:chMax val="0"/>
          <dgm:chPref val="0"/>
          <dgm:bulletEnabled val="1"/>
        </dgm:presLayoutVars>
      </dgm:prSet>
      <dgm:spPr/>
    </dgm:pt>
    <dgm:pt modelId="{3F0EC5C4-EC35-460A-B522-07F59832C801}" type="pres">
      <dgm:prSet presAssocID="{DD22ADE9-3037-4F75-9812-3CA421EB641E}" presName="circ4" presStyleLbl="vennNode1" presStyleIdx="3" presStyleCnt="6"/>
      <dgm:spPr/>
    </dgm:pt>
    <dgm:pt modelId="{57052AAE-BB4D-43CD-863B-7DE357C5F012}" type="pres">
      <dgm:prSet presAssocID="{DD22ADE9-3037-4F75-9812-3CA421EB641E}" presName="circ4Tx" presStyleLbl="revTx" presStyleIdx="0" presStyleCnt="0">
        <dgm:presLayoutVars>
          <dgm:chMax val="0"/>
          <dgm:chPref val="0"/>
          <dgm:bulletEnabled val="1"/>
        </dgm:presLayoutVars>
      </dgm:prSet>
      <dgm:spPr/>
    </dgm:pt>
    <dgm:pt modelId="{3D4E42E4-9F2A-4147-AA90-DF36673BCE7A}" type="pres">
      <dgm:prSet presAssocID="{6950789E-012C-4159-ACBA-5A2940D180D7}" presName="circ5" presStyleLbl="vennNode1" presStyleIdx="4" presStyleCnt="6"/>
      <dgm:spPr/>
    </dgm:pt>
    <dgm:pt modelId="{45B695D7-2460-4EA5-ACD8-6538CBB2D6BE}" type="pres">
      <dgm:prSet presAssocID="{6950789E-012C-4159-ACBA-5A2940D180D7}" presName="circ5Tx" presStyleLbl="revTx" presStyleIdx="0" presStyleCnt="0" custScaleX="164250" custScaleY="103672" custLinFactNeighborX="-41861" custLinFactNeighborY="23477">
        <dgm:presLayoutVars>
          <dgm:chMax val="0"/>
          <dgm:chPref val="0"/>
          <dgm:bulletEnabled val="1"/>
        </dgm:presLayoutVars>
      </dgm:prSet>
      <dgm:spPr/>
    </dgm:pt>
    <dgm:pt modelId="{21B1B47C-6758-406A-84AA-5F977B4B49EB}" type="pres">
      <dgm:prSet presAssocID="{A86BA9D4-A3A4-42B6-A58D-E0BECB63AEFE}" presName="circ6" presStyleLbl="vennNode1" presStyleIdx="5" presStyleCnt="6"/>
      <dgm:spPr/>
    </dgm:pt>
    <dgm:pt modelId="{25254A24-E49C-4D13-BE83-5D7FA64F0BFB}" type="pres">
      <dgm:prSet presAssocID="{A86BA9D4-A3A4-42B6-A58D-E0BECB63AEFE}" presName="circ6Tx" presStyleLbl="revTx" presStyleIdx="0" presStyleCnt="0" custScaleX="128590" custScaleY="97568" custLinFactX="100000" custLinFactNeighborX="179787" custLinFactNeighborY="-3992">
        <dgm:presLayoutVars>
          <dgm:chMax val="0"/>
          <dgm:chPref val="0"/>
          <dgm:bulletEnabled val="1"/>
        </dgm:presLayoutVars>
      </dgm:prSet>
      <dgm:spPr/>
    </dgm:pt>
  </dgm:ptLst>
  <dgm:cxnLst>
    <dgm:cxn modelId="{C5C59700-95EA-459B-B2CC-6C4DA64532C2}" srcId="{D7919428-EC41-44F5-9D84-F213991ADE49}" destId="{7880AB18-59A7-455A-B162-6DB560F26F97}" srcOrd="0" destOrd="0" parTransId="{DC075C52-D28B-4B40-A3D0-1192DAB532B9}" sibTransId="{0F27AEEA-C8BB-4ADB-907A-5E03D3955EE3}"/>
    <dgm:cxn modelId="{74B33702-EEFE-4130-B1C3-247047A68D02}" type="presOf" srcId="{A86BA9D4-A3A4-42B6-A58D-E0BECB63AEFE}" destId="{25254A24-E49C-4D13-BE83-5D7FA64F0BFB}" srcOrd="0" destOrd="0" presId="urn:microsoft.com/office/officeart/2005/8/layout/venn1"/>
    <dgm:cxn modelId="{8E1DCF10-5A99-4D45-9C0C-1613E06D8D72}" type="presOf" srcId="{6950789E-012C-4159-ACBA-5A2940D180D7}" destId="{45B695D7-2460-4EA5-ACD8-6538CBB2D6BE}" srcOrd="0" destOrd="0" presId="urn:microsoft.com/office/officeart/2005/8/layout/venn1"/>
    <dgm:cxn modelId="{E880432C-3B15-4C22-8DF2-01652A4ADB3B}" srcId="{D7919428-EC41-44F5-9D84-F213991ADE49}" destId="{A86BA9D4-A3A4-42B6-A58D-E0BECB63AEFE}" srcOrd="5" destOrd="0" parTransId="{96776B9B-C263-4D03-9A3B-AA9E8101CDA3}" sibTransId="{94F3866E-AA81-4A51-8C19-B16352CF54D6}"/>
    <dgm:cxn modelId="{E5A6CD2C-BC38-4F52-8124-47AC86162AFC}" type="presOf" srcId="{7A6999F4-BC94-4557-9DB2-D91CA141E764}" destId="{F94BC24E-F5B9-4F8B-9CF3-5E2A53C11066}" srcOrd="0" destOrd="0" presId="urn:microsoft.com/office/officeart/2005/8/layout/venn1"/>
    <dgm:cxn modelId="{5DAA8B30-4B7F-422A-B773-32A3CE540C2B}" srcId="{D7919428-EC41-44F5-9D84-F213991ADE49}" destId="{6950789E-012C-4159-ACBA-5A2940D180D7}" srcOrd="4" destOrd="0" parTransId="{6A90F95D-E59B-41DC-8B54-C26C8A64F123}" sibTransId="{F358641B-239E-47C1-ACD0-D056AB7D71B3}"/>
    <dgm:cxn modelId="{6634FC38-C4A2-4445-941C-FD96F3418C17}" srcId="{D7919428-EC41-44F5-9D84-F213991ADE49}" destId="{7A6999F4-BC94-4557-9DB2-D91CA141E764}" srcOrd="1" destOrd="0" parTransId="{861AC690-8B74-4572-B5D4-962597F956E2}" sibTransId="{EDF314C9-8D7A-438A-ABF3-45FF54FBDC6C}"/>
    <dgm:cxn modelId="{8086A33A-20B5-4564-9DE6-40ABCC596BD6}" type="presOf" srcId="{61AA2921-E750-4046-9186-90421AB133B5}" destId="{55BF7F4C-A55F-4580-B9E2-5C31925374DB}" srcOrd="0" destOrd="0" presId="urn:microsoft.com/office/officeart/2005/8/layout/venn1"/>
    <dgm:cxn modelId="{CABCF23A-3D8B-4CD1-9335-5EE00FABC96F}" type="presOf" srcId="{DD22ADE9-3037-4F75-9812-3CA421EB641E}" destId="{57052AAE-BB4D-43CD-863B-7DE357C5F012}" srcOrd="0" destOrd="0" presId="urn:microsoft.com/office/officeart/2005/8/layout/venn1"/>
    <dgm:cxn modelId="{BBDC675B-6288-4378-B1CF-622D79F7AD5D}" srcId="{D7919428-EC41-44F5-9D84-F213991ADE49}" destId="{61AA2921-E750-4046-9186-90421AB133B5}" srcOrd="2" destOrd="0" parTransId="{E09A96C3-B64B-4505-B70D-E3E390E1E1CB}" sibTransId="{69F6D8F5-33B0-4901-BCF0-B55D879D0771}"/>
    <dgm:cxn modelId="{12091445-9E53-488C-ACF5-E2EF35096B57}" srcId="{D7919428-EC41-44F5-9D84-F213991ADE49}" destId="{DD22ADE9-3037-4F75-9812-3CA421EB641E}" srcOrd="3" destOrd="0" parTransId="{B49EF3C1-570E-43D0-9990-6C1C4A4BAD19}" sibTransId="{ACCAB0E4-A4F0-41E3-AA63-951CF1D9C2EE}"/>
    <dgm:cxn modelId="{6E12B858-E6B7-466B-9FCA-D02DC59A4C80}" type="presOf" srcId="{D7919428-EC41-44F5-9D84-F213991ADE49}" destId="{A4110C7C-914A-4896-9EA5-BF87EB409E38}" srcOrd="0" destOrd="0" presId="urn:microsoft.com/office/officeart/2005/8/layout/venn1"/>
    <dgm:cxn modelId="{C1CB198F-7FCB-419F-B30A-037125C284BE}" type="presOf" srcId="{7880AB18-59A7-455A-B162-6DB560F26F97}" destId="{88CFD917-F283-4A57-B61A-339D2B07D7CE}" srcOrd="0" destOrd="0" presId="urn:microsoft.com/office/officeart/2005/8/layout/venn1"/>
    <dgm:cxn modelId="{B8D2C501-819F-4A65-B503-1B76368695D3}" type="presParOf" srcId="{A4110C7C-914A-4896-9EA5-BF87EB409E38}" destId="{2C50A11E-BCD2-4591-B329-37DAE2A6DF12}" srcOrd="0" destOrd="0" presId="urn:microsoft.com/office/officeart/2005/8/layout/venn1"/>
    <dgm:cxn modelId="{883523ED-3E6E-4219-9CC5-D607556FF092}" type="presParOf" srcId="{A4110C7C-914A-4896-9EA5-BF87EB409E38}" destId="{88CFD917-F283-4A57-B61A-339D2B07D7CE}" srcOrd="1" destOrd="0" presId="urn:microsoft.com/office/officeart/2005/8/layout/venn1"/>
    <dgm:cxn modelId="{6FC83E15-FE3F-4E56-ADC1-B3F19E3CDBB6}" type="presParOf" srcId="{A4110C7C-914A-4896-9EA5-BF87EB409E38}" destId="{207CAA98-2AA0-4A71-B897-D58B7C63C7C6}" srcOrd="2" destOrd="0" presId="urn:microsoft.com/office/officeart/2005/8/layout/venn1"/>
    <dgm:cxn modelId="{C3B68F01-9A7F-434B-BBEE-9CF493B2EB7F}" type="presParOf" srcId="{A4110C7C-914A-4896-9EA5-BF87EB409E38}" destId="{F94BC24E-F5B9-4F8B-9CF3-5E2A53C11066}" srcOrd="3" destOrd="0" presId="urn:microsoft.com/office/officeart/2005/8/layout/venn1"/>
    <dgm:cxn modelId="{3B9A43D2-36FF-4FD8-9C78-B19CF8EFDF47}" type="presParOf" srcId="{A4110C7C-914A-4896-9EA5-BF87EB409E38}" destId="{D3E10054-F417-479B-BEA9-8B68F8777C1F}" srcOrd="4" destOrd="0" presId="urn:microsoft.com/office/officeart/2005/8/layout/venn1"/>
    <dgm:cxn modelId="{17ACA2E6-51F1-4F5A-8B01-367600193251}" type="presParOf" srcId="{A4110C7C-914A-4896-9EA5-BF87EB409E38}" destId="{55BF7F4C-A55F-4580-B9E2-5C31925374DB}" srcOrd="5" destOrd="0" presId="urn:microsoft.com/office/officeart/2005/8/layout/venn1"/>
    <dgm:cxn modelId="{EE8CA4E7-5792-4816-BB80-36BF5454AA17}" type="presParOf" srcId="{A4110C7C-914A-4896-9EA5-BF87EB409E38}" destId="{3F0EC5C4-EC35-460A-B522-07F59832C801}" srcOrd="6" destOrd="0" presId="urn:microsoft.com/office/officeart/2005/8/layout/venn1"/>
    <dgm:cxn modelId="{C3D447A6-AD8F-4647-BEBC-C7371DD71CB1}" type="presParOf" srcId="{A4110C7C-914A-4896-9EA5-BF87EB409E38}" destId="{57052AAE-BB4D-43CD-863B-7DE357C5F012}" srcOrd="7" destOrd="0" presId="urn:microsoft.com/office/officeart/2005/8/layout/venn1"/>
    <dgm:cxn modelId="{63CA1FC8-D464-4201-B247-DD1BC7B09A93}" type="presParOf" srcId="{A4110C7C-914A-4896-9EA5-BF87EB409E38}" destId="{3D4E42E4-9F2A-4147-AA90-DF36673BCE7A}" srcOrd="8" destOrd="0" presId="urn:microsoft.com/office/officeart/2005/8/layout/venn1"/>
    <dgm:cxn modelId="{F9C79CC7-8F7C-4F42-B417-F1EED21D677E}" type="presParOf" srcId="{A4110C7C-914A-4896-9EA5-BF87EB409E38}" destId="{45B695D7-2460-4EA5-ACD8-6538CBB2D6BE}" srcOrd="9" destOrd="0" presId="urn:microsoft.com/office/officeart/2005/8/layout/venn1"/>
    <dgm:cxn modelId="{3B494862-CFA5-47D4-9247-8D7A1DB3FE54}" type="presParOf" srcId="{A4110C7C-914A-4896-9EA5-BF87EB409E38}" destId="{21B1B47C-6758-406A-84AA-5F977B4B49EB}" srcOrd="10" destOrd="0" presId="urn:microsoft.com/office/officeart/2005/8/layout/venn1"/>
    <dgm:cxn modelId="{7533396D-C734-4184-977F-66D764FFDE12}" type="presParOf" srcId="{A4110C7C-914A-4896-9EA5-BF87EB409E38}" destId="{25254A24-E49C-4D13-BE83-5D7FA64F0BFB}" srcOrd="11"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889FA64-3769-4D5F-AA7A-7D47B291791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7558B0A-ED8B-452C-A186-8CCFCDABE8A8}">
      <dgm:prSet custT="1"/>
      <dgm:spPr/>
      <dgm:t>
        <a:bodyPr/>
        <a:lstStyle/>
        <a:p>
          <a:r>
            <a:rPr lang="en-US" sz="4400" b="1" dirty="0">
              <a:latin typeface="Times New Roman" panose="02020603050405020304" pitchFamily="18" charset="0"/>
              <a:cs typeface="Times New Roman" panose="02020603050405020304" pitchFamily="18" charset="0"/>
            </a:rPr>
            <a:t>TYPES OF DATATYPES</a:t>
          </a:r>
          <a:endParaRPr lang="en-US" sz="4400" dirty="0">
            <a:latin typeface="Times New Roman" panose="02020603050405020304" pitchFamily="18" charset="0"/>
            <a:cs typeface="Times New Roman" panose="02020603050405020304" pitchFamily="18" charset="0"/>
          </a:endParaRPr>
        </a:p>
      </dgm:t>
    </dgm:pt>
    <dgm:pt modelId="{229CDE68-CF51-455C-9E46-83D1390BF287}" type="parTrans" cxnId="{B2C4921C-8079-4075-88F9-9B9E692A38F8}">
      <dgm:prSet/>
      <dgm:spPr/>
      <dgm:t>
        <a:bodyPr/>
        <a:lstStyle/>
        <a:p>
          <a:endParaRPr lang="en-US"/>
        </a:p>
      </dgm:t>
    </dgm:pt>
    <dgm:pt modelId="{AE065D3E-7F13-40B1-8DA6-E26DB2CC70C3}" type="sibTrans" cxnId="{B2C4921C-8079-4075-88F9-9B9E692A38F8}">
      <dgm:prSet/>
      <dgm:spPr/>
      <dgm:t>
        <a:bodyPr/>
        <a:lstStyle/>
        <a:p>
          <a:endParaRPr lang="en-US"/>
        </a:p>
      </dgm:t>
    </dgm:pt>
    <dgm:pt modelId="{4079B44F-30C7-4DEB-BC63-3314D884E20A}" type="pres">
      <dgm:prSet presAssocID="{6889FA64-3769-4D5F-AA7A-7D47B291791F}" presName="Name0" presStyleCnt="0">
        <dgm:presLayoutVars>
          <dgm:dir/>
          <dgm:animLvl val="lvl"/>
          <dgm:resizeHandles val="exact"/>
        </dgm:presLayoutVars>
      </dgm:prSet>
      <dgm:spPr/>
    </dgm:pt>
    <dgm:pt modelId="{5B5AC258-06D6-484C-831F-2191D592EB92}" type="pres">
      <dgm:prSet presAssocID="{27558B0A-ED8B-452C-A186-8CCFCDABE8A8}" presName="linNode" presStyleCnt="0"/>
      <dgm:spPr/>
    </dgm:pt>
    <dgm:pt modelId="{7DD7E0AF-9F1A-4DD0-9EFB-4E6A1F36B873}" type="pres">
      <dgm:prSet presAssocID="{27558B0A-ED8B-452C-A186-8CCFCDABE8A8}" presName="parentText" presStyleLbl="node1" presStyleIdx="0" presStyleCnt="1" custScaleX="204508" custLinFactNeighborX="5099" custLinFactNeighborY="-5725">
        <dgm:presLayoutVars>
          <dgm:chMax val="1"/>
          <dgm:bulletEnabled val="1"/>
        </dgm:presLayoutVars>
      </dgm:prSet>
      <dgm:spPr/>
    </dgm:pt>
  </dgm:ptLst>
  <dgm:cxnLst>
    <dgm:cxn modelId="{B2C4921C-8079-4075-88F9-9B9E692A38F8}" srcId="{6889FA64-3769-4D5F-AA7A-7D47B291791F}" destId="{27558B0A-ED8B-452C-A186-8CCFCDABE8A8}" srcOrd="0" destOrd="0" parTransId="{229CDE68-CF51-455C-9E46-83D1390BF287}" sibTransId="{AE065D3E-7F13-40B1-8DA6-E26DB2CC70C3}"/>
    <dgm:cxn modelId="{C1C5B59B-77E9-40B1-A350-A14B17639C80}" type="presOf" srcId="{6889FA64-3769-4D5F-AA7A-7D47B291791F}" destId="{4079B44F-30C7-4DEB-BC63-3314D884E20A}" srcOrd="0" destOrd="0" presId="urn:microsoft.com/office/officeart/2005/8/layout/vList5"/>
    <dgm:cxn modelId="{D9B49CE3-659A-4CE5-B54F-F808EE575674}" type="presOf" srcId="{27558B0A-ED8B-452C-A186-8CCFCDABE8A8}" destId="{7DD7E0AF-9F1A-4DD0-9EFB-4E6A1F36B873}" srcOrd="0" destOrd="0" presId="urn:microsoft.com/office/officeart/2005/8/layout/vList5"/>
    <dgm:cxn modelId="{658C9411-05B7-4957-A4ED-56B8B8E57D58}" type="presParOf" srcId="{4079B44F-30C7-4DEB-BC63-3314D884E20A}" destId="{5B5AC258-06D6-484C-831F-2191D592EB92}" srcOrd="0" destOrd="0" presId="urn:microsoft.com/office/officeart/2005/8/layout/vList5"/>
    <dgm:cxn modelId="{33BF1724-E8A0-43BC-B1C6-B3FDDEF115F7}" type="presParOf" srcId="{5B5AC258-06D6-484C-831F-2191D592EB92}" destId="{7DD7E0AF-9F1A-4DD0-9EFB-4E6A1F36B87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89951D-2F84-4A9D-A907-9584C9C3738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EF8EF94-5169-473F-A9D1-52F144839F4F}">
      <dgm:prSet/>
      <dgm:spPr/>
      <dgm:t>
        <a:bodyPr/>
        <a:lstStyle/>
        <a:p>
          <a:r>
            <a:rPr lang="en-US" b="1" dirty="0">
              <a:latin typeface="Times New Roman" panose="02020603050405020304" pitchFamily="18" charset="0"/>
              <a:cs typeface="Times New Roman" panose="02020603050405020304" pitchFamily="18" charset="0"/>
            </a:rPr>
            <a:t>PHYSICAL MEMORY AND LOGIC MEMORY</a:t>
          </a:r>
          <a:endParaRPr lang="en-US" dirty="0">
            <a:latin typeface="Times New Roman" panose="02020603050405020304" pitchFamily="18" charset="0"/>
            <a:cs typeface="Times New Roman" panose="02020603050405020304" pitchFamily="18" charset="0"/>
          </a:endParaRPr>
        </a:p>
      </dgm:t>
    </dgm:pt>
    <dgm:pt modelId="{159C5CCA-A81B-47A8-ADE1-FC046FA7534A}" type="parTrans" cxnId="{A4E73252-3D1C-41D3-B33D-429B4BF012FB}">
      <dgm:prSet/>
      <dgm:spPr/>
      <dgm:t>
        <a:bodyPr/>
        <a:lstStyle/>
        <a:p>
          <a:endParaRPr lang="en-US"/>
        </a:p>
      </dgm:t>
    </dgm:pt>
    <dgm:pt modelId="{DAA8015D-C7EC-41F2-BF13-1456F99047FB}" type="sibTrans" cxnId="{A4E73252-3D1C-41D3-B33D-429B4BF012FB}">
      <dgm:prSet/>
      <dgm:spPr/>
      <dgm:t>
        <a:bodyPr/>
        <a:lstStyle/>
        <a:p>
          <a:endParaRPr lang="en-US"/>
        </a:p>
      </dgm:t>
    </dgm:pt>
    <dgm:pt modelId="{544FECDC-F1F0-4FF9-BCCA-772B25F56839}" type="pres">
      <dgm:prSet presAssocID="{3D89951D-2F84-4A9D-A907-9584C9C37387}" presName="Name0" presStyleCnt="0">
        <dgm:presLayoutVars>
          <dgm:dir/>
          <dgm:animLvl val="lvl"/>
          <dgm:resizeHandles val="exact"/>
        </dgm:presLayoutVars>
      </dgm:prSet>
      <dgm:spPr/>
    </dgm:pt>
    <dgm:pt modelId="{21F68398-85F0-430C-B4C9-83724A1A614F}" type="pres">
      <dgm:prSet presAssocID="{0EF8EF94-5169-473F-A9D1-52F144839F4F}" presName="linNode" presStyleCnt="0"/>
      <dgm:spPr/>
    </dgm:pt>
    <dgm:pt modelId="{CBB69B69-207C-442B-9D4A-E22D37207293}" type="pres">
      <dgm:prSet presAssocID="{0EF8EF94-5169-473F-A9D1-52F144839F4F}" presName="parentText" presStyleLbl="node1" presStyleIdx="0" presStyleCnt="1" custScaleX="253368">
        <dgm:presLayoutVars>
          <dgm:chMax val="1"/>
          <dgm:bulletEnabled val="1"/>
        </dgm:presLayoutVars>
      </dgm:prSet>
      <dgm:spPr/>
    </dgm:pt>
  </dgm:ptLst>
  <dgm:cxnLst>
    <dgm:cxn modelId="{A4E73252-3D1C-41D3-B33D-429B4BF012FB}" srcId="{3D89951D-2F84-4A9D-A907-9584C9C37387}" destId="{0EF8EF94-5169-473F-A9D1-52F144839F4F}" srcOrd="0" destOrd="0" parTransId="{159C5CCA-A81B-47A8-ADE1-FC046FA7534A}" sibTransId="{DAA8015D-C7EC-41F2-BF13-1456F99047FB}"/>
    <dgm:cxn modelId="{95F1C154-BB47-41A9-91F7-6BB2B1EF3277}" type="presOf" srcId="{3D89951D-2F84-4A9D-A907-9584C9C37387}" destId="{544FECDC-F1F0-4FF9-BCCA-772B25F56839}" srcOrd="0" destOrd="0" presId="urn:microsoft.com/office/officeart/2005/8/layout/vList5"/>
    <dgm:cxn modelId="{72515FB0-7DF5-4457-9744-87C8D7234651}" type="presOf" srcId="{0EF8EF94-5169-473F-A9D1-52F144839F4F}" destId="{CBB69B69-207C-442B-9D4A-E22D37207293}" srcOrd="0" destOrd="0" presId="urn:microsoft.com/office/officeart/2005/8/layout/vList5"/>
    <dgm:cxn modelId="{3FF7FEFF-1B38-4665-9FCB-977A82C92A6D}" type="presParOf" srcId="{544FECDC-F1F0-4FF9-BCCA-772B25F56839}" destId="{21F68398-85F0-430C-B4C9-83724A1A614F}" srcOrd="0" destOrd="0" presId="urn:microsoft.com/office/officeart/2005/8/layout/vList5"/>
    <dgm:cxn modelId="{7C95C51A-C988-4B40-A5A0-367EF0720C2C}" type="presParOf" srcId="{21F68398-85F0-430C-B4C9-83724A1A614F}" destId="{CBB69B69-207C-442B-9D4A-E22D3720729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DBBC5925-F550-499F-BA66-6B3D58D5351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55D0CD0-894B-4C9C-8ECC-428E8E8F541F}">
      <dgm:prSet custT="1"/>
      <dgm:spPr/>
      <dgm:t>
        <a:bodyPr/>
        <a:lstStyle/>
        <a:p>
          <a:r>
            <a:rPr lang="en-US" sz="4400" b="1" i="0" dirty="0">
              <a:latin typeface="Times New Roman" panose="02020603050405020304" pitchFamily="18" charset="0"/>
              <a:cs typeface="Times New Roman" panose="02020603050405020304" pitchFamily="18" charset="0"/>
            </a:rPr>
            <a:t>PHYSICAL MEMORY</a:t>
          </a:r>
          <a:endParaRPr lang="en-US" sz="4400" dirty="0">
            <a:latin typeface="Times New Roman" panose="02020603050405020304" pitchFamily="18" charset="0"/>
            <a:cs typeface="Times New Roman" panose="02020603050405020304" pitchFamily="18" charset="0"/>
          </a:endParaRPr>
        </a:p>
      </dgm:t>
    </dgm:pt>
    <dgm:pt modelId="{2F480597-E8BB-4F08-B40B-1081F4FA74FC}" type="parTrans" cxnId="{5EF1319B-EBBB-48EE-BAFB-EEDF3FF50C4F}">
      <dgm:prSet/>
      <dgm:spPr/>
      <dgm:t>
        <a:bodyPr/>
        <a:lstStyle/>
        <a:p>
          <a:endParaRPr lang="en-US"/>
        </a:p>
      </dgm:t>
    </dgm:pt>
    <dgm:pt modelId="{6655F3BF-89F1-43E9-A04B-BCAB73A95875}" type="sibTrans" cxnId="{5EF1319B-EBBB-48EE-BAFB-EEDF3FF50C4F}">
      <dgm:prSet/>
      <dgm:spPr/>
      <dgm:t>
        <a:bodyPr/>
        <a:lstStyle/>
        <a:p>
          <a:endParaRPr lang="en-US"/>
        </a:p>
      </dgm:t>
    </dgm:pt>
    <dgm:pt modelId="{7ABF8D59-CF3A-4E7C-8DB7-3398B3249C86}" type="pres">
      <dgm:prSet presAssocID="{DBBC5925-F550-499F-BA66-6B3D58D5351E}" presName="Name0" presStyleCnt="0">
        <dgm:presLayoutVars>
          <dgm:dir/>
          <dgm:animLvl val="lvl"/>
          <dgm:resizeHandles val="exact"/>
        </dgm:presLayoutVars>
      </dgm:prSet>
      <dgm:spPr/>
    </dgm:pt>
    <dgm:pt modelId="{3EDF4AD5-80D1-4635-8644-44885F069BF0}" type="pres">
      <dgm:prSet presAssocID="{B55D0CD0-894B-4C9C-8ECC-428E8E8F541F}" presName="linNode" presStyleCnt="0"/>
      <dgm:spPr/>
    </dgm:pt>
    <dgm:pt modelId="{1745425E-9B96-429A-B4FA-548231350210}" type="pres">
      <dgm:prSet presAssocID="{B55D0CD0-894B-4C9C-8ECC-428E8E8F541F}" presName="parentText" presStyleLbl="node1" presStyleIdx="0" presStyleCnt="1" custScaleX="203368" custScaleY="100098" custLinFactNeighborX="8852" custLinFactNeighborY="753">
        <dgm:presLayoutVars>
          <dgm:chMax val="1"/>
          <dgm:bulletEnabled val="1"/>
        </dgm:presLayoutVars>
      </dgm:prSet>
      <dgm:spPr/>
    </dgm:pt>
  </dgm:ptLst>
  <dgm:cxnLst>
    <dgm:cxn modelId="{4874BA2F-313A-4D22-8799-BFE312EDEF3D}" type="presOf" srcId="{DBBC5925-F550-499F-BA66-6B3D58D5351E}" destId="{7ABF8D59-CF3A-4E7C-8DB7-3398B3249C86}" srcOrd="0" destOrd="0" presId="urn:microsoft.com/office/officeart/2005/8/layout/vList5"/>
    <dgm:cxn modelId="{5EF1319B-EBBB-48EE-BAFB-EEDF3FF50C4F}" srcId="{DBBC5925-F550-499F-BA66-6B3D58D5351E}" destId="{B55D0CD0-894B-4C9C-8ECC-428E8E8F541F}" srcOrd="0" destOrd="0" parTransId="{2F480597-E8BB-4F08-B40B-1081F4FA74FC}" sibTransId="{6655F3BF-89F1-43E9-A04B-BCAB73A95875}"/>
    <dgm:cxn modelId="{689F10DE-95A4-4A00-90F8-64ECEAB15577}" type="presOf" srcId="{B55D0CD0-894B-4C9C-8ECC-428E8E8F541F}" destId="{1745425E-9B96-429A-B4FA-548231350210}" srcOrd="0" destOrd="0" presId="urn:microsoft.com/office/officeart/2005/8/layout/vList5"/>
    <dgm:cxn modelId="{1B8AF7D9-61B8-4A70-A5BF-1F57C2C6EFD1}" type="presParOf" srcId="{7ABF8D59-CF3A-4E7C-8DB7-3398B3249C86}" destId="{3EDF4AD5-80D1-4635-8644-44885F069BF0}" srcOrd="0" destOrd="0" presId="urn:microsoft.com/office/officeart/2005/8/layout/vList5"/>
    <dgm:cxn modelId="{875AEC24-EC20-4125-B2AE-E99FF0BBC891}" type="presParOf" srcId="{3EDF4AD5-80D1-4635-8644-44885F069BF0}" destId="{1745425E-9B96-429A-B4FA-548231350210}"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FA78740-ABB2-4B34-923E-7AF4A8211C5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42687F9-FE90-466E-B0F6-FF265AED48CE}">
      <dgm:prSet custT="1"/>
      <dgm:spPr/>
      <dgm:t>
        <a:bodyPr/>
        <a:lstStyle/>
        <a:p>
          <a:r>
            <a:rPr lang="en-US" sz="4400" b="1" dirty="0">
              <a:latin typeface="Times New Roman" panose="02020603050405020304" pitchFamily="18" charset="0"/>
              <a:cs typeface="Times New Roman" panose="02020603050405020304" pitchFamily="18" charset="0"/>
            </a:rPr>
            <a:t>LOGICAL MEMORY</a:t>
          </a:r>
          <a:endParaRPr lang="en-US" sz="4400" dirty="0">
            <a:latin typeface="Times New Roman" panose="02020603050405020304" pitchFamily="18" charset="0"/>
            <a:cs typeface="Times New Roman" panose="02020603050405020304" pitchFamily="18" charset="0"/>
          </a:endParaRPr>
        </a:p>
      </dgm:t>
    </dgm:pt>
    <dgm:pt modelId="{5319F57B-1F35-49A2-A93E-79606A368919}" type="parTrans" cxnId="{49E9874B-B2B9-4990-ABED-1ED0DCEB0AE3}">
      <dgm:prSet/>
      <dgm:spPr/>
      <dgm:t>
        <a:bodyPr/>
        <a:lstStyle/>
        <a:p>
          <a:endParaRPr lang="en-US"/>
        </a:p>
      </dgm:t>
    </dgm:pt>
    <dgm:pt modelId="{06EC7F89-16FC-47E0-8660-F7892002B777}" type="sibTrans" cxnId="{49E9874B-B2B9-4990-ABED-1ED0DCEB0AE3}">
      <dgm:prSet/>
      <dgm:spPr/>
      <dgm:t>
        <a:bodyPr/>
        <a:lstStyle/>
        <a:p>
          <a:endParaRPr lang="en-US"/>
        </a:p>
      </dgm:t>
    </dgm:pt>
    <dgm:pt modelId="{3D329F0E-A69F-4D75-8B02-FB472449B450}" type="pres">
      <dgm:prSet presAssocID="{EFA78740-ABB2-4B34-923E-7AF4A8211C58}" presName="Name0" presStyleCnt="0">
        <dgm:presLayoutVars>
          <dgm:dir/>
          <dgm:animLvl val="lvl"/>
          <dgm:resizeHandles val="exact"/>
        </dgm:presLayoutVars>
      </dgm:prSet>
      <dgm:spPr/>
    </dgm:pt>
    <dgm:pt modelId="{FB0C7C7B-75DD-4A2E-A4BF-728EB52B2462}" type="pres">
      <dgm:prSet presAssocID="{B42687F9-FE90-466E-B0F6-FF265AED48CE}" presName="linNode" presStyleCnt="0"/>
      <dgm:spPr/>
    </dgm:pt>
    <dgm:pt modelId="{A96AC271-C8FE-4254-B9C8-CC7657F1A8E2}" type="pres">
      <dgm:prSet presAssocID="{B42687F9-FE90-466E-B0F6-FF265AED48CE}" presName="parentText" presStyleLbl="node1" presStyleIdx="0" presStyleCnt="1" custScaleX="176020" custScaleY="100098" custLinFactNeighborX="6850" custLinFactNeighborY="1838">
        <dgm:presLayoutVars>
          <dgm:chMax val="1"/>
          <dgm:bulletEnabled val="1"/>
        </dgm:presLayoutVars>
      </dgm:prSet>
      <dgm:spPr/>
    </dgm:pt>
  </dgm:ptLst>
  <dgm:cxnLst>
    <dgm:cxn modelId="{8EEEB80D-92F4-4EBD-9864-8726506ACEAE}" type="presOf" srcId="{EFA78740-ABB2-4B34-923E-7AF4A8211C58}" destId="{3D329F0E-A69F-4D75-8B02-FB472449B450}" srcOrd="0" destOrd="0" presId="urn:microsoft.com/office/officeart/2005/8/layout/vList5"/>
    <dgm:cxn modelId="{49E9874B-B2B9-4990-ABED-1ED0DCEB0AE3}" srcId="{EFA78740-ABB2-4B34-923E-7AF4A8211C58}" destId="{B42687F9-FE90-466E-B0F6-FF265AED48CE}" srcOrd="0" destOrd="0" parTransId="{5319F57B-1F35-49A2-A93E-79606A368919}" sibTransId="{06EC7F89-16FC-47E0-8660-F7892002B777}"/>
    <dgm:cxn modelId="{A8292CA1-2780-4ED3-B38C-6AACF72C8A39}" type="presOf" srcId="{B42687F9-FE90-466E-B0F6-FF265AED48CE}" destId="{A96AC271-C8FE-4254-B9C8-CC7657F1A8E2}" srcOrd="0" destOrd="0" presId="urn:microsoft.com/office/officeart/2005/8/layout/vList5"/>
    <dgm:cxn modelId="{B1AC1ECB-4844-43FB-AB85-53B4F3F95C65}" type="presParOf" srcId="{3D329F0E-A69F-4D75-8B02-FB472449B450}" destId="{FB0C7C7B-75DD-4A2E-A4BF-728EB52B2462}" srcOrd="0" destOrd="0" presId="urn:microsoft.com/office/officeart/2005/8/layout/vList5"/>
    <dgm:cxn modelId="{652E3A66-DA59-47C4-B326-00AB1137D632}" type="presParOf" srcId="{FB0C7C7B-75DD-4A2E-A4BF-728EB52B2462}" destId="{A96AC271-C8FE-4254-B9C8-CC7657F1A8E2}"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F1E7B6B-21F7-4DEA-B324-D93EB80F136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3E678FB-5B1A-4013-B326-037CCEDC9A0E}">
      <dgm:prSet custT="1"/>
      <dgm:spPr/>
      <dgm:t>
        <a:bodyPr/>
        <a:lstStyle/>
        <a:p>
          <a:r>
            <a:rPr lang="en-US" sz="4400" b="1" dirty="0">
              <a:latin typeface="Times New Roman" panose="02020603050405020304" pitchFamily="18" charset="0"/>
              <a:cs typeface="Times New Roman" panose="02020603050405020304" pitchFamily="18" charset="0"/>
            </a:rPr>
            <a:t>THE RELATIONSHIP BETWEEN PHYSICAL AND LOGICAL MEMORY MANAGEMENT</a:t>
          </a:r>
          <a:endParaRPr lang="en-US" sz="4400" dirty="0">
            <a:latin typeface="Times New Roman" panose="02020603050405020304" pitchFamily="18" charset="0"/>
            <a:cs typeface="Times New Roman" panose="02020603050405020304" pitchFamily="18" charset="0"/>
          </a:endParaRPr>
        </a:p>
      </dgm:t>
    </dgm:pt>
    <dgm:pt modelId="{70C22B5C-614F-4AD3-8CA2-6EC5204CBAB9}" type="parTrans" cxnId="{4E83006B-C9F9-47AF-9501-8C41989208E6}">
      <dgm:prSet/>
      <dgm:spPr/>
      <dgm:t>
        <a:bodyPr/>
        <a:lstStyle/>
        <a:p>
          <a:endParaRPr lang="en-US"/>
        </a:p>
      </dgm:t>
    </dgm:pt>
    <dgm:pt modelId="{FFB77421-7178-4FC0-BC02-53317B0336B5}" type="sibTrans" cxnId="{4E83006B-C9F9-47AF-9501-8C41989208E6}">
      <dgm:prSet/>
      <dgm:spPr/>
      <dgm:t>
        <a:bodyPr/>
        <a:lstStyle/>
        <a:p>
          <a:endParaRPr lang="en-US"/>
        </a:p>
      </dgm:t>
    </dgm:pt>
    <dgm:pt modelId="{5E121987-781E-47C7-A456-4F82E1E8872C}" type="pres">
      <dgm:prSet presAssocID="{DF1E7B6B-21F7-4DEA-B324-D93EB80F136D}" presName="Name0" presStyleCnt="0">
        <dgm:presLayoutVars>
          <dgm:dir/>
          <dgm:animLvl val="lvl"/>
          <dgm:resizeHandles val="exact"/>
        </dgm:presLayoutVars>
      </dgm:prSet>
      <dgm:spPr/>
    </dgm:pt>
    <dgm:pt modelId="{1EDE7384-D6B3-4A2C-B01C-9042127E9F76}" type="pres">
      <dgm:prSet presAssocID="{33E678FB-5B1A-4013-B326-037CCEDC9A0E}" presName="linNode" presStyleCnt="0"/>
      <dgm:spPr/>
    </dgm:pt>
    <dgm:pt modelId="{AA8C6B9D-B61E-4C31-8AEB-505D9C8929A8}" type="pres">
      <dgm:prSet presAssocID="{33E678FB-5B1A-4013-B326-037CCEDC9A0E}" presName="parentText" presStyleLbl="node1" presStyleIdx="0" presStyleCnt="1" custScaleX="237458" custLinFactNeighborX="280" custLinFactNeighborY="6881">
        <dgm:presLayoutVars>
          <dgm:chMax val="1"/>
          <dgm:bulletEnabled val="1"/>
        </dgm:presLayoutVars>
      </dgm:prSet>
      <dgm:spPr/>
    </dgm:pt>
  </dgm:ptLst>
  <dgm:cxnLst>
    <dgm:cxn modelId="{9AA61A35-CDCD-4752-8A8E-91B01CADC18E}" type="presOf" srcId="{33E678FB-5B1A-4013-B326-037CCEDC9A0E}" destId="{AA8C6B9D-B61E-4C31-8AEB-505D9C8929A8}" srcOrd="0" destOrd="0" presId="urn:microsoft.com/office/officeart/2005/8/layout/vList5"/>
    <dgm:cxn modelId="{4E83006B-C9F9-47AF-9501-8C41989208E6}" srcId="{DF1E7B6B-21F7-4DEA-B324-D93EB80F136D}" destId="{33E678FB-5B1A-4013-B326-037CCEDC9A0E}" srcOrd="0" destOrd="0" parTransId="{70C22B5C-614F-4AD3-8CA2-6EC5204CBAB9}" sibTransId="{FFB77421-7178-4FC0-BC02-53317B0336B5}"/>
    <dgm:cxn modelId="{B9D867BB-3E16-4505-A538-CF64B151AD5D}" type="presOf" srcId="{DF1E7B6B-21F7-4DEA-B324-D93EB80F136D}" destId="{5E121987-781E-47C7-A456-4F82E1E8872C}" srcOrd="0" destOrd="0" presId="urn:microsoft.com/office/officeart/2005/8/layout/vList5"/>
    <dgm:cxn modelId="{4C7A8444-A1C8-4EFC-BBB2-C20B0906623B}" type="presParOf" srcId="{5E121987-781E-47C7-A456-4F82E1E8872C}" destId="{1EDE7384-D6B3-4A2C-B01C-9042127E9F76}" srcOrd="0" destOrd="0" presId="urn:microsoft.com/office/officeart/2005/8/layout/vList5"/>
    <dgm:cxn modelId="{BBDB5DF8-CBC9-4F99-83AA-BD2BF123D1A0}" type="presParOf" srcId="{1EDE7384-D6B3-4A2C-B01C-9042127E9F76}" destId="{AA8C6B9D-B61E-4C31-8AEB-505D9C892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88BB0D1-7E6B-46BB-B156-5EA2D5E96F9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B921FBD-C0B8-42BB-8CD7-AA7443FED56A}">
      <dgm:prSet custT="1"/>
      <dgm:spPr/>
      <dgm:t>
        <a:bodyPr/>
        <a:lstStyle/>
        <a:p>
          <a:r>
            <a:rPr lang="en-US" sz="4400" b="1" dirty="0">
              <a:latin typeface="Times New Roman" panose="02020603050405020304" pitchFamily="18" charset="0"/>
              <a:cs typeface="Times New Roman" panose="02020603050405020304" pitchFamily="18" charset="0"/>
            </a:rPr>
            <a:t>THE RELATIONSHIP BETWEEN PHYSICAL AND LOGICAL MEMORY MANAGEMENT</a:t>
          </a:r>
          <a:endParaRPr lang="en-US" sz="4400" dirty="0">
            <a:latin typeface="Times New Roman" panose="02020603050405020304" pitchFamily="18" charset="0"/>
            <a:cs typeface="Times New Roman" panose="02020603050405020304" pitchFamily="18" charset="0"/>
          </a:endParaRPr>
        </a:p>
      </dgm:t>
    </dgm:pt>
    <dgm:pt modelId="{2AD43CC3-52B1-4469-B469-D1B1F7582FAE}" type="parTrans" cxnId="{49F32C06-1EBA-4DD2-8BD8-8CCFA7DB1E74}">
      <dgm:prSet/>
      <dgm:spPr/>
      <dgm:t>
        <a:bodyPr/>
        <a:lstStyle/>
        <a:p>
          <a:endParaRPr lang="en-US"/>
        </a:p>
      </dgm:t>
    </dgm:pt>
    <dgm:pt modelId="{1F626726-3AF8-4F04-A231-7179C9E183CC}" type="sibTrans" cxnId="{49F32C06-1EBA-4DD2-8BD8-8CCFA7DB1E74}">
      <dgm:prSet/>
      <dgm:spPr/>
      <dgm:t>
        <a:bodyPr/>
        <a:lstStyle/>
        <a:p>
          <a:endParaRPr lang="en-US"/>
        </a:p>
      </dgm:t>
    </dgm:pt>
    <dgm:pt modelId="{55711D42-05FB-48EC-AD04-55EF1C0DD223}" type="pres">
      <dgm:prSet presAssocID="{488BB0D1-7E6B-46BB-B156-5EA2D5E96F9C}" presName="Name0" presStyleCnt="0">
        <dgm:presLayoutVars>
          <dgm:dir/>
          <dgm:animLvl val="lvl"/>
          <dgm:resizeHandles val="exact"/>
        </dgm:presLayoutVars>
      </dgm:prSet>
      <dgm:spPr/>
    </dgm:pt>
    <dgm:pt modelId="{4BFC5F9F-FC60-4EF3-82B0-12B7BE674747}" type="pres">
      <dgm:prSet presAssocID="{3B921FBD-C0B8-42BB-8CD7-AA7443FED56A}" presName="linNode" presStyleCnt="0"/>
      <dgm:spPr/>
    </dgm:pt>
    <dgm:pt modelId="{AC7AF94F-ECED-41C9-A0C9-3B1EDCB53C94}" type="pres">
      <dgm:prSet presAssocID="{3B921FBD-C0B8-42BB-8CD7-AA7443FED56A}" presName="parentText" presStyleLbl="node1" presStyleIdx="0" presStyleCnt="1" custScaleX="232412" custScaleY="100098">
        <dgm:presLayoutVars>
          <dgm:chMax val="1"/>
          <dgm:bulletEnabled val="1"/>
        </dgm:presLayoutVars>
      </dgm:prSet>
      <dgm:spPr/>
    </dgm:pt>
  </dgm:ptLst>
  <dgm:cxnLst>
    <dgm:cxn modelId="{49F32C06-1EBA-4DD2-8BD8-8CCFA7DB1E74}" srcId="{488BB0D1-7E6B-46BB-B156-5EA2D5E96F9C}" destId="{3B921FBD-C0B8-42BB-8CD7-AA7443FED56A}" srcOrd="0" destOrd="0" parTransId="{2AD43CC3-52B1-4469-B469-D1B1F7582FAE}" sibTransId="{1F626726-3AF8-4F04-A231-7179C9E183CC}"/>
    <dgm:cxn modelId="{F4A6A337-461B-4E71-8944-F85AA343F086}" type="presOf" srcId="{488BB0D1-7E6B-46BB-B156-5EA2D5E96F9C}" destId="{55711D42-05FB-48EC-AD04-55EF1C0DD223}" srcOrd="0" destOrd="0" presId="urn:microsoft.com/office/officeart/2005/8/layout/vList5"/>
    <dgm:cxn modelId="{EC218358-03B1-4123-A504-0CEC0C259BC7}" type="presOf" srcId="{3B921FBD-C0B8-42BB-8CD7-AA7443FED56A}" destId="{AC7AF94F-ECED-41C9-A0C9-3B1EDCB53C94}" srcOrd="0" destOrd="0" presId="urn:microsoft.com/office/officeart/2005/8/layout/vList5"/>
    <dgm:cxn modelId="{40DD1ADD-A77B-4E4D-9566-31C7B0B7EA12}" type="presParOf" srcId="{55711D42-05FB-48EC-AD04-55EF1C0DD223}" destId="{4BFC5F9F-FC60-4EF3-82B0-12B7BE674747}" srcOrd="0" destOrd="0" presId="urn:microsoft.com/office/officeart/2005/8/layout/vList5"/>
    <dgm:cxn modelId="{FC9CDB05-FD73-4E8B-B7E9-B023D8196F1D}" type="presParOf" srcId="{4BFC5F9F-FC60-4EF3-82B0-12B7BE674747}" destId="{AC7AF94F-ECED-41C9-A0C9-3B1EDCB53C9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C8F9C98-A657-42D7-8825-BAB1BA118650}" type="doc">
      <dgm:prSet loTypeId="urn:microsoft.com/office/officeart/2005/8/layout/architecture" loCatId="relationship" qsTypeId="urn:microsoft.com/office/officeart/2005/8/quickstyle/simple1" qsCatId="simple" csTypeId="urn:microsoft.com/office/officeart/2005/8/colors/accent1_2" csCatId="accent1" phldr="1"/>
      <dgm:spPr/>
      <dgm:t>
        <a:bodyPr/>
        <a:lstStyle/>
        <a:p>
          <a:endParaRPr lang="en-US"/>
        </a:p>
      </dgm:t>
    </dgm:pt>
    <dgm:pt modelId="{4B9EC478-D44C-4D91-A352-3B23F5CC4823}">
      <dgm:prSet custT="1"/>
      <dgm:spPr/>
      <dgm:t>
        <a:bodyPr/>
        <a:lstStyle/>
        <a:p>
          <a:r>
            <a:rPr lang="en-US" sz="4400" b="1" dirty="0">
              <a:latin typeface="Times New Roman" panose="02020603050405020304" pitchFamily="18" charset="0"/>
              <a:cs typeface="Times New Roman" panose="02020603050405020304" pitchFamily="18" charset="0"/>
            </a:rPr>
            <a:t>THE RELATIONSHIP BETWEEN PHYSICAL AND LOGICAL MEMORY MANAGEMENT</a:t>
          </a:r>
          <a:endParaRPr lang="en-US" sz="4400" dirty="0">
            <a:latin typeface="Times New Roman" panose="02020603050405020304" pitchFamily="18" charset="0"/>
            <a:cs typeface="Times New Roman" panose="02020603050405020304" pitchFamily="18" charset="0"/>
          </a:endParaRPr>
        </a:p>
      </dgm:t>
    </dgm:pt>
    <dgm:pt modelId="{D6EB3C0A-4F15-4ECF-853F-9AB0F6E66D5A}" type="parTrans" cxnId="{E3E19A98-0430-4D68-ABAD-5D439263982B}">
      <dgm:prSet/>
      <dgm:spPr/>
      <dgm:t>
        <a:bodyPr/>
        <a:lstStyle/>
        <a:p>
          <a:endParaRPr lang="en-US"/>
        </a:p>
      </dgm:t>
    </dgm:pt>
    <dgm:pt modelId="{B62093A2-1856-493D-8AC7-BC0E722B0705}" type="sibTrans" cxnId="{E3E19A98-0430-4D68-ABAD-5D439263982B}">
      <dgm:prSet/>
      <dgm:spPr/>
      <dgm:t>
        <a:bodyPr/>
        <a:lstStyle/>
        <a:p>
          <a:endParaRPr lang="en-US"/>
        </a:p>
      </dgm:t>
    </dgm:pt>
    <dgm:pt modelId="{640A873E-E4A8-487E-8879-61CA0D81A04B}" type="pres">
      <dgm:prSet presAssocID="{6C8F9C98-A657-42D7-8825-BAB1BA118650}" presName="Name0" presStyleCnt="0">
        <dgm:presLayoutVars>
          <dgm:chPref val="1"/>
          <dgm:dir/>
          <dgm:animOne val="branch"/>
          <dgm:animLvl val="lvl"/>
          <dgm:resizeHandles/>
        </dgm:presLayoutVars>
      </dgm:prSet>
      <dgm:spPr/>
    </dgm:pt>
    <dgm:pt modelId="{B68E9395-C053-4C65-8EF3-22F56A8D92B8}" type="pres">
      <dgm:prSet presAssocID="{4B9EC478-D44C-4D91-A352-3B23F5CC4823}" presName="vertOne" presStyleCnt="0"/>
      <dgm:spPr/>
    </dgm:pt>
    <dgm:pt modelId="{AC82FB0C-25F4-4299-B2C2-FB678F9F38F9}" type="pres">
      <dgm:prSet presAssocID="{4B9EC478-D44C-4D91-A352-3B23F5CC4823}" presName="txOne" presStyleLbl="node0" presStyleIdx="0" presStyleCnt="1" custScaleX="100098">
        <dgm:presLayoutVars>
          <dgm:chPref val="3"/>
        </dgm:presLayoutVars>
      </dgm:prSet>
      <dgm:spPr/>
    </dgm:pt>
    <dgm:pt modelId="{9F00BEFD-938D-4D80-8AB6-DA47E5819B9A}" type="pres">
      <dgm:prSet presAssocID="{4B9EC478-D44C-4D91-A352-3B23F5CC4823}" presName="horzOne" presStyleCnt="0"/>
      <dgm:spPr/>
    </dgm:pt>
  </dgm:ptLst>
  <dgm:cxnLst>
    <dgm:cxn modelId="{560F7F8F-EECA-4060-B99C-1E48E1E60BEF}" type="presOf" srcId="{6C8F9C98-A657-42D7-8825-BAB1BA118650}" destId="{640A873E-E4A8-487E-8879-61CA0D81A04B}" srcOrd="0" destOrd="0" presId="urn:microsoft.com/office/officeart/2005/8/layout/architecture"/>
    <dgm:cxn modelId="{E3E19A98-0430-4D68-ABAD-5D439263982B}" srcId="{6C8F9C98-A657-42D7-8825-BAB1BA118650}" destId="{4B9EC478-D44C-4D91-A352-3B23F5CC4823}" srcOrd="0" destOrd="0" parTransId="{D6EB3C0A-4F15-4ECF-853F-9AB0F6E66D5A}" sibTransId="{B62093A2-1856-493D-8AC7-BC0E722B0705}"/>
    <dgm:cxn modelId="{1FBC10D8-3022-4C7D-A4EA-60A8CDAA28AA}" type="presOf" srcId="{4B9EC478-D44C-4D91-A352-3B23F5CC4823}" destId="{AC82FB0C-25F4-4299-B2C2-FB678F9F38F9}" srcOrd="0" destOrd="0" presId="urn:microsoft.com/office/officeart/2005/8/layout/architecture"/>
    <dgm:cxn modelId="{A91CA90E-F77B-4529-B01B-F6669BF8B9C2}" type="presParOf" srcId="{640A873E-E4A8-487E-8879-61CA0D81A04B}" destId="{B68E9395-C053-4C65-8EF3-22F56A8D92B8}" srcOrd="0" destOrd="0" presId="urn:microsoft.com/office/officeart/2005/8/layout/architecture"/>
    <dgm:cxn modelId="{2B305574-6F73-4551-8CD2-F88A22AD1A6D}" type="presParOf" srcId="{B68E9395-C053-4C65-8EF3-22F56A8D92B8}" destId="{AC82FB0C-25F4-4299-B2C2-FB678F9F38F9}" srcOrd="0" destOrd="0" presId="urn:microsoft.com/office/officeart/2005/8/layout/architecture"/>
    <dgm:cxn modelId="{D8B0758E-4001-4257-90D8-AC2093A5ABEE}" type="presParOf" srcId="{B68E9395-C053-4C65-8EF3-22F56A8D92B8}" destId="{9F00BEFD-938D-4D80-8AB6-DA47E5819B9A}" srcOrd="1" destOrd="0" presId="urn:microsoft.com/office/officeart/2005/8/layout/architectur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B6FCB33-B01E-4CDA-8A59-C5B694DD4883}" type="doc">
      <dgm:prSet loTypeId="urn:microsoft.com/office/officeart/2005/8/layout/target2" loCatId="relationship" qsTypeId="urn:microsoft.com/office/officeart/2005/8/quickstyle/simple1" qsCatId="simple" csTypeId="urn:microsoft.com/office/officeart/2005/8/colors/accent1_2" csCatId="accent1"/>
      <dgm:spPr/>
      <dgm:t>
        <a:bodyPr/>
        <a:lstStyle/>
        <a:p>
          <a:endParaRPr lang="en-US"/>
        </a:p>
      </dgm:t>
    </dgm:pt>
    <dgm:pt modelId="{4FB10093-997C-480F-A526-616ACA36946D}">
      <dgm:prSet custT="1"/>
      <dgm:spPr/>
      <dgm:t>
        <a:bodyPr/>
        <a:lstStyle/>
        <a:p>
          <a:pPr algn="ctr"/>
          <a:r>
            <a:rPr lang="en-US" sz="4400" b="1" dirty="0">
              <a:latin typeface="Times New Roman" panose="02020603050405020304" pitchFamily="18" charset="0"/>
              <a:cs typeface="Times New Roman" panose="02020603050405020304" pitchFamily="18" charset="0"/>
            </a:rPr>
            <a:t>THE RELATIONSHIP BETWEEN PHYSICAL AND LOGICAL MEMORY MANAGEMENT</a:t>
          </a:r>
          <a:endParaRPr lang="en-US" sz="4400" dirty="0">
            <a:latin typeface="Times New Roman" panose="02020603050405020304" pitchFamily="18" charset="0"/>
            <a:cs typeface="Times New Roman" panose="02020603050405020304" pitchFamily="18" charset="0"/>
          </a:endParaRPr>
        </a:p>
      </dgm:t>
    </dgm:pt>
    <dgm:pt modelId="{5F7652ED-C5C4-4F36-ADE1-C25178AA3706}" type="parTrans" cxnId="{7FE323AC-C74D-4A8B-B471-AD24AF23C9D5}">
      <dgm:prSet/>
      <dgm:spPr/>
      <dgm:t>
        <a:bodyPr/>
        <a:lstStyle/>
        <a:p>
          <a:endParaRPr lang="en-US"/>
        </a:p>
      </dgm:t>
    </dgm:pt>
    <dgm:pt modelId="{169CE0C5-3F94-4243-9D69-A1B20576209F}" type="sibTrans" cxnId="{7FE323AC-C74D-4A8B-B471-AD24AF23C9D5}">
      <dgm:prSet/>
      <dgm:spPr/>
      <dgm:t>
        <a:bodyPr/>
        <a:lstStyle/>
        <a:p>
          <a:endParaRPr lang="en-US"/>
        </a:p>
      </dgm:t>
    </dgm:pt>
    <dgm:pt modelId="{EA780C89-0C5E-4449-A832-D079376D5858}" type="pres">
      <dgm:prSet presAssocID="{8B6FCB33-B01E-4CDA-8A59-C5B694DD4883}" presName="Name0" presStyleCnt="0">
        <dgm:presLayoutVars>
          <dgm:chMax val="3"/>
          <dgm:chPref val="1"/>
          <dgm:dir/>
          <dgm:animLvl val="lvl"/>
          <dgm:resizeHandles/>
        </dgm:presLayoutVars>
      </dgm:prSet>
      <dgm:spPr/>
    </dgm:pt>
    <dgm:pt modelId="{623327A4-713D-4F6F-8A35-4B7E1D18523A}" type="pres">
      <dgm:prSet presAssocID="{8B6FCB33-B01E-4CDA-8A59-C5B694DD4883}" presName="outerBox" presStyleCnt="0"/>
      <dgm:spPr/>
    </dgm:pt>
    <dgm:pt modelId="{78427FDF-8487-4672-95D8-02CEFA809442}" type="pres">
      <dgm:prSet presAssocID="{8B6FCB33-B01E-4CDA-8A59-C5B694DD4883}" presName="outerBoxParent" presStyleLbl="node1" presStyleIdx="0" presStyleCnt="1" custLinFactNeighborX="-420" custLinFactNeighborY="-4930"/>
      <dgm:spPr/>
    </dgm:pt>
    <dgm:pt modelId="{DEB21C1B-06E1-497E-A2F7-14760338A57F}" type="pres">
      <dgm:prSet presAssocID="{8B6FCB33-B01E-4CDA-8A59-C5B694DD4883}" presName="outerBoxChildren" presStyleCnt="0"/>
      <dgm:spPr/>
    </dgm:pt>
  </dgm:ptLst>
  <dgm:cxnLst>
    <dgm:cxn modelId="{BF436285-DDEA-4465-B5D2-40D7682E99D0}" type="presOf" srcId="{4FB10093-997C-480F-A526-616ACA36946D}" destId="{78427FDF-8487-4672-95D8-02CEFA809442}" srcOrd="0" destOrd="0" presId="urn:microsoft.com/office/officeart/2005/8/layout/target2"/>
    <dgm:cxn modelId="{7FE323AC-C74D-4A8B-B471-AD24AF23C9D5}" srcId="{8B6FCB33-B01E-4CDA-8A59-C5B694DD4883}" destId="{4FB10093-997C-480F-A526-616ACA36946D}" srcOrd="0" destOrd="0" parTransId="{5F7652ED-C5C4-4F36-ADE1-C25178AA3706}" sibTransId="{169CE0C5-3F94-4243-9D69-A1B20576209F}"/>
    <dgm:cxn modelId="{764154AF-D9F7-455C-AD94-8BBB63FA2316}" type="presOf" srcId="{8B6FCB33-B01E-4CDA-8A59-C5B694DD4883}" destId="{EA780C89-0C5E-4449-A832-D079376D5858}" srcOrd="0" destOrd="0" presId="urn:microsoft.com/office/officeart/2005/8/layout/target2"/>
    <dgm:cxn modelId="{35B41C05-5B88-4E14-8CE8-0B8284A265F3}" type="presParOf" srcId="{EA780C89-0C5E-4449-A832-D079376D5858}" destId="{623327A4-713D-4F6F-8A35-4B7E1D18523A}" srcOrd="0" destOrd="0" presId="urn:microsoft.com/office/officeart/2005/8/layout/target2"/>
    <dgm:cxn modelId="{4FF5826D-6831-4081-BE37-22748FA86CB9}" type="presParOf" srcId="{623327A4-713D-4F6F-8A35-4B7E1D18523A}" destId="{78427FDF-8487-4672-95D8-02CEFA809442}" srcOrd="0" destOrd="0" presId="urn:microsoft.com/office/officeart/2005/8/layout/target2"/>
    <dgm:cxn modelId="{F5666120-4321-4F71-947A-B7BC781CBFA4}" type="presParOf" srcId="{623327A4-713D-4F6F-8A35-4B7E1D18523A}" destId="{DEB21C1B-06E1-497E-A2F7-14760338A57F}" srcOrd="1"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3A38FCA-6344-4BB6-8634-0BC23E21EAD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288DECE-A4FE-49F4-9D82-6981E1356735}">
      <dgm:prSet custT="1"/>
      <dgm:spPr/>
      <dgm:t>
        <a:bodyPr/>
        <a:lstStyle/>
        <a:p>
          <a:r>
            <a:rPr lang="en-US" sz="4400" b="1" dirty="0">
              <a:latin typeface="Times New Roman" panose="02020603050405020304" pitchFamily="18" charset="0"/>
              <a:cs typeface="Times New Roman" panose="02020603050405020304" pitchFamily="18" charset="0"/>
            </a:rPr>
            <a:t>THE RELATIONSHIP BETWEEN PHYSICAL AND LOGICAL MEMORY MANAGEMENT</a:t>
          </a:r>
          <a:endParaRPr lang="en-US" sz="4400" dirty="0">
            <a:latin typeface="Times New Roman" panose="02020603050405020304" pitchFamily="18" charset="0"/>
            <a:cs typeface="Times New Roman" panose="02020603050405020304" pitchFamily="18" charset="0"/>
          </a:endParaRPr>
        </a:p>
      </dgm:t>
    </dgm:pt>
    <dgm:pt modelId="{CC8D58E6-1A35-4A96-980A-5D20D9CE4F16}" type="parTrans" cxnId="{50EA1B3D-EF7C-4408-8C08-7DEFE95CDBEA}">
      <dgm:prSet/>
      <dgm:spPr/>
      <dgm:t>
        <a:bodyPr/>
        <a:lstStyle/>
        <a:p>
          <a:endParaRPr lang="en-US"/>
        </a:p>
      </dgm:t>
    </dgm:pt>
    <dgm:pt modelId="{F10437E9-D2F9-4082-9323-D5C79209F98F}" type="sibTrans" cxnId="{50EA1B3D-EF7C-4408-8C08-7DEFE95CDBEA}">
      <dgm:prSet/>
      <dgm:spPr/>
      <dgm:t>
        <a:bodyPr/>
        <a:lstStyle/>
        <a:p>
          <a:endParaRPr lang="en-US"/>
        </a:p>
      </dgm:t>
    </dgm:pt>
    <dgm:pt modelId="{51E1AA86-5A61-4612-898D-A635CA8F255F}" type="pres">
      <dgm:prSet presAssocID="{D3A38FCA-6344-4BB6-8634-0BC23E21EAD1}" presName="Name0" presStyleCnt="0">
        <dgm:presLayoutVars>
          <dgm:dir/>
          <dgm:animLvl val="lvl"/>
          <dgm:resizeHandles val="exact"/>
        </dgm:presLayoutVars>
      </dgm:prSet>
      <dgm:spPr/>
    </dgm:pt>
    <dgm:pt modelId="{6D9B748F-814D-4539-BB16-A9434476B511}" type="pres">
      <dgm:prSet presAssocID="{9288DECE-A4FE-49F4-9D82-6981E1356735}" presName="linNode" presStyleCnt="0"/>
      <dgm:spPr/>
    </dgm:pt>
    <dgm:pt modelId="{142EC9A4-B6AD-4B26-A16D-E86E57BD8F1D}" type="pres">
      <dgm:prSet presAssocID="{9288DECE-A4FE-49F4-9D82-6981E1356735}" presName="parentText" presStyleLbl="node1" presStyleIdx="0" presStyleCnt="1" custScaleX="277778">
        <dgm:presLayoutVars>
          <dgm:chMax val="1"/>
          <dgm:bulletEnabled val="1"/>
        </dgm:presLayoutVars>
      </dgm:prSet>
      <dgm:spPr/>
    </dgm:pt>
  </dgm:ptLst>
  <dgm:cxnLst>
    <dgm:cxn modelId="{50EA1B3D-EF7C-4408-8C08-7DEFE95CDBEA}" srcId="{D3A38FCA-6344-4BB6-8634-0BC23E21EAD1}" destId="{9288DECE-A4FE-49F4-9D82-6981E1356735}" srcOrd="0" destOrd="0" parTransId="{CC8D58E6-1A35-4A96-980A-5D20D9CE4F16}" sibTransId="{F10437E9-D2F9-4082-9323-D5C79209F98F}"/>
    <dgm:cxn modelId="{A799E895-D02A-4D88-8827-1ACD23EC0C9F}" type="presOf" srcId="{D3A38FCA-6344-4BB6-8634-0BC23E21EAD1}" destId="{51E1AA86-5A61-4612-898D-A635CA8F255F}" srcOrd="0" destOrd="0" presId="urn:microsoft.com/office/officeart/2005/8/layout/vList5"/>
    <dgm:cxn modelId="{72F23BE2-5234-4D60-AECE-8E3BDB0E8594}" type="presOf" srcId="{9288DECE-A4FE-49F4-9D82-6981E1356735}" destId="{142EC9A4-B6AD-4B26-A16D-E86E57BD8F1D}" srcOrd="0" destOrd="0" presId="urn:microsoft.com/office/officeart/2005/8/layout/vList5"/>
    <dgm:cxn modelId="{C048BBA4-42E0-4AE6-9100-E4A9026963EA}" type="presParOf" srcId="{51E1AA86-5A61-4612-898D-A635CA8F255F}" destId="{6D9B748F-814D-4539-BB16-A9434476B511}" srcOrd="0" destOrd="0" presId="urn:microsoft.com/office/officeart/2005/8/layout/vList5"/>
    <dgm:cxn modelId="{18E9BB86-82CF-452C-BA36-F85277D397B6}" type="presParOf" srcId="{6D9B748F-814D-4539-BB16-A9434476B511}" destId="{142EC9A4-B6AD-4B26-A16D-E86E57BD8F1D}"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98B88D-62C6-4F4C-AC67-05DE006088B8}">
      <dsp:nvSpPr>
        <dsp:cNvPr id="0" name=""/>
        <dsp:cNvSpPr/>
      </dsp:nvSpPr>
      <dsp:spPr>
        <a:xfrm>
          <a:off x="816015" y="0"/>
          <a:ext cx="9248172" cy="478034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5A457C-75FF-4DFC-8E53-1A789CCF42C7}">
      <dsp:nvSpPr>
        <dsp:cNvPr id="0" name=""/>
        <dsp:cNvSpPr/>
      </dsp:nvSpPr>
      <dsp:spPr>
        <a:xfrm>
          <a:off x="2023037" y="1434103"/>
          <a:ext cx="6834127" cy="19121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b="1" kern="1200" dirty="0">
              <a:latin typeface="Times New Roman" panose="02020603050405020304" pitchFamily="18" charset="0"/>
              <a:cs typeface="Times New Roman" panose="02020603050405020304" pitchFamily="18" charset="0"/>
            </a:rPr>
            <a:t>DATA STRUCTURES </a:t>
          </a:r>
          <a:r>
            <a:rPr lang="en-US" sz="5000" b="1" kern="1200">
              <a:latin typeface="Times New Roman" panose="02020603050405020304" pitchFamily="18" charset="0"/>
              <a:cs typeface="Times New Roman" panose="02020603050405020304" pitchFamily="18" charset="0"/>
            </a:rPr>
            <a:t>AND ALGORITHMS</a:t>
          </a:r>
          <a:endParaRPr lang="en-US" sz="5000" kern="1200" dirty="0">
            <a:latin typeface="Times New Roman" panose="02020603050405020304" pitchFamily="18" charset="0"/>
            <a:cs typeface="Times New Roman" panose="02020603050405020304" pitchFamily="18" charset="0"/>
          </a:endParaRPr>
        </a:p>
      </dsp:txBody>
      <dsp:txXfrm>
        <a:off x="2116380" y="1527446"/>
        <a:ext cx="6647441" cy="1725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CF2F8B-EB48-4646-AE1F-0F1525ECFFFF}">
      <dsp:nvSpPr>
        <dsp:cNvPr id="0" name=""/>
        <dsp:cNvSpPr/>
      </dsp:nvSpPr>
      <dsp:spPr>
        <a:xfrm>
          <a:off x="849994" y="768"/>
          <a:ext cx="3308449" cy="16542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485" tIns="46990" rIns="70485" bIns="46990" numCol="1" spcCol="1270" anchor="ctr" anchorCtr="0">
          <a:noAutofit/>
        </a:bodyPr>
        <a:lstStyle/>
        <a:p>
          <a:pPr marL="0" lvl="0" indent="0" algn="ctr" defTabSz="1644650">
            <a:lnSpc>
              <a:spcPct val="90000"/>
            </a:lnSpc>
            <a:spcBef>
              <a:spcPct val="0"/>
            </a:spcBef>
            <a:spcAft>
              <a:spcPct val="35000"/>
            </a:spcAft>
            <a:buNone/>
          </a:pPr>
          <a:r>
            <a:rPr lang="en-US" sz="3700" b="1" kern="1200"/>
            <a:t>DATA ORGANIZATION </a:t>
          </a:r>
          <a:endParaRPr lang="en-US" sz="3700" kern="1200"/>
        </a:p>
      </dsp:txBody>
      <dsp:txXfrm>
        <a:off x="898445" y="49219"/>
        <a:ext cx="3211547" cy="1557322"/>
      </dsp:txXfrm>
    </dsp:sp>
    <dsp:sp modelId="{9BB27DBC-097B-4C9B-89AC-30031BBD5E44}">
      <dsp:nvSpPr>
        <dsp:cNvPr id="0" name=""/>
        <dsp:cNvSpPr/>
      </dsp:nvSpPr>
      <dsp:spPr>
        <a:xfrm>
          <a:off x="4985556" y="768"/>
          <a:ext cx="3308449" cy="16542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0485" tIns="46990" rIns="70485" bIns="46990" numCol="1" spcCol="1270" anchor="ctr" anchorCtr="0">
          <a:noAutofit/>
        </a:bodyPr>
        <a:lstStyle/>
        <a:p>
          <a:pPr marL="0" lvl="0" indent="0" algn="ctr" defTabSz="1644650">
            <a:lnSpc>
              <a:spcPct val="90000"/>
            </a:lnSpc>
            <a:spcBef>
              <a:spcPct val="0"/>
            </a:spcBef>
            <a:spcAft>
              <a:spcPct val="35000"/>
            </a:spcAft>
            <a:buNone/>
          </a:pPr>
          <a:r>
            <a:rPr lang="en-US" sz="3700" b="1" kern="1200"/>
            <a:t>WEEK 2</a:t>
          </a:r>
          <a:endParaRPr lang="en-US" sz="3700" kern="1200"/>
        </a:p>
      </dsp:txBody>
      <dsp:txXfrm>
        <a:off x="5034007" y="49219"/>
        <a:ext cx="3211547" cy="15573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C38D4-E68F-4FB1-9DB6-8CA4D238C7FC}">
      <dsp:nvSpPr>
        <dsp:cNvPr id="0" name=""/>
        <dsp:cNvSpPr/>
      </dsp:nvSpPr>
      <dsp:spPr>
        <a:xfrm>
          <a:off x="2178272" y="779"/>
          <a:ext cx="7706513" cy="15957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INTRODUCTION</a:t>
          </a:r>
          <a:endParaRPr lang="en-US" sz="4400" kern="1200" dirty="0">
            <a:latin typeface="Times New Roman" panose="02020603050405020304" pitchFamily="18" charset="0"/>
            <a:cs typeface="Times New Roman" panose="02020603050405020304" pitchFamily="18" charset="0"/>
          </a:endParaRPr>
        </a:p>
      </dsp:txBody>
      <dsp:txXfrm>
        <a:off x="2256170" y="78677"/>
        <a:ext cx="7550717" cy="14399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7789C-7F4C-4F3C-87ED-46A5695BDA1B}">
      <dsp:nvSpPr>
        <dsp:cNvPr id="0" name=""/>
        <dsp:cNvSpPr/>
      </dsp:nvSpPr>
      <dsp:spPr>
        <a:xfrm>
          <a:off x="1113459" y="1701"/>
          <a:ext cx="8288681" cy="174028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DATA ORGANIZATION </a:t>
          </a:r>
          <a:endParaRPr lang="en-US" sz="4400" kern="1200" dirty="0">
            <a:latin typeface="Times New Roman" panose="02020603050405020304" pitchFamily="18" charset="0"/>
            <a:cs typeface="Times New Roman" panose="02020603050405020304" pitchFamily="18" charset="0"/>
          </a:endParaRPr>
        </a:p>
      </dsp:txBody>
      <dsp:txXfrm>
        <a:off x="1198413" y="86655"/>
        <a:ext cx="8118773" cy="15703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B6F2E6-AAF2-4718-9D10-BDD1EB9BA3FE}">
      <dsp:nvSpPr>
        <dsp:cNvPr id="0" name=""/>
        <dsp:cNvSpPr/>
      </dsp:nvSpPr>
      <dsp:spPr>
        <a:xfrm>
          <a:off x="291336" y="533"/>
          <a:ext cx="9932926" cy="10918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IMPORTANCE OF DATA ORGANIZATION </a:t>
          </a:r>
        </a:p>
      </dsp:txBody>
      <dsp:txXfrm>
        <a:off x="344636" y="53833"/>
        <a:ext cx="9826326" cy="9852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EBABF2-A49A-4D27-BF33-D6658D662B08}">
      <dsp:nvSpPr>
        <dsp:cNvPr id="0" name=""/>
        <dsp:cNvSpPr/>
      </dsp:nvSpPr>
      <dsp:spPr>
        <a:xfrm>
          <a:off x="5" y="1309"/>
          <a:ext cx="9861619" cy="13413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IMPORTANCE OF DATA ORGANIZATION </a:t>
          </a:r>
        </a:p>
      </dsp:txBody>
      <dsp:txXfrm>
        <a:off x="65484" y="66788"/>
        <a:ext cx="9730661" cy="12103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DAB041-8DB8-4DF4-9E98-FE39EAA0855E}">
      <dsp:nvSpPr>
        <dsp:cNvPr id="0" name=""/>
        <dsp:cNvSpPr/>
      </dsp:nvSpPr>
      <dsp:spPr>
        <a:xfrm>
          <a:off x="0" y="1331"/>
          <a:ext cx="10454132" cy="136448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IMPORTANCE OF DATA ORGANIZATION </a:t>
          </a:r>
        </a:p>
      </dsp:txBody>
      <dsp:txXfrm>
        <a:off x="66608" y="67939"/>
        <a:ext cx="10320916" cy="123126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30BE9-4497-40F8-B33C-751812718F02}">
      <dsp:nvSpPr>
        <dsp:cNvPr id="0" name=""/>
        <dsp:cNvSpPr/>
      </dsp:nvSpPr>
      <dsp:spPr>
        <a:xfrm>
          <a:off x="3805" y="678"/>
          <a:ext cx="7792762" cy="13876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 ORGANIZATION </a:t>
          </a:r>
          <a:endParaRPr lang="en-US" sz="4400" kern="1200" dirty="0">
            <a:latin typeface="Times New Roman" panose="02020603050405020304" pitchFamily="18" charset="0"/>
            <a:cs typeface="Times New Roman" panose="02020603050405020304" pitchFamily="18" charset="0"/>
          </a:endParaRPr>
        </a:p>
      </dsp:txBody>
      <dsp:txXfrm>
        <a:off x="71542" y="68415"/>
        <a:ext cx="7657288" cy="125213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412A26-E2E1-4D56-AB9E-7A9088E86831}">
      <dsp:nvSpPr>
        <dsp:cNvPr id="0" name=""/>
        <dsp:cNvSpPr/>
      </dsp:nvSpPr>
      <dsp:spPr>
        <a:xfrm>
          <a:off x="237082" y="1388"/>
          <a:ext cx="4430326" cy="443032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b="1" kern="1200" dirty="0"/>
            <a:t>Linear Structure: </a:t>
          </a:r>
          <a:r>
            <a:rPr lang="en-US" sz="3100" kern="1200" dirty="0"/>
            <a:t>Linear data structures organize data elements sequentially linearly or sequentially. </a:t>
          </a:r>
        </a:p>
      </dsp:txBody>
      <dsp:txXfrm>
        <a:off x="885888" y="650194"/>
        <a:ext cx="3132714" cy="31327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01DD4-7EAF-4EC0-A571-1B05D8C6586A}">
      <dsp:nvSpPr>
        <dsp:cNvPr id="0" name=""/>
        <dsp:cNvSpPr/>
      </dsp:nvSpPr>
      <dsp:spPr>
        <a:xfrm>
          <a:off x="506279" y="1475"/>
          <a:ext cx="7350802" cy="1509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 ORGANIZATION </a:t>
          </a:r>
          <a:endParaRPr lang="en-US" sz="4400" kern="1200" dirty="0">
            <a:latin typeface="Times New Roman" panose="02020603050405020304" pitchFamily="18" charset="0"/>
            <a:cs typeface="Times New Roman" panose="02020603050405020304" pitchFamily="18" charset="0"/>
          </a:endParaRPr>
        </a:p>
      </dsp:txBody>
      <dsp:txXfrm>
        <a:off x="579943" y="75139"/>
        <a:ext cx="7203474" cy="13616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0E20E-A885-4FBB-916D-575C089D8829}">
      <dsp:nvSpPr>
        <dsp:cNvPr id="0" name=""/>
        <dsp:cNvSpPr/>
      </dsp:nvSpPr>
      <dsp:spPr>
        <a:xfrm>
          <a:off x="0" y="0"/>
          <a:ext cx="4574619" cy="4574619"/>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Non-Linear Structure: </a:t>
          </a:r>
          <a:r>
            <a:rPr lang="en-US" sz="2800" kern="1200" dirty="0"/>
            <a:t>Non-linear data structures organize data elements in a hierarchical or interconnected manner..</a:t>
          </a:r>
        </a:p>
      </dsp:txBody>
      <dsp:txXfrm>
        <a:off x="669937" y="669937"/>
        <a:ext cx="3234745" cy="323474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2747BB-7889-4CDC-9767-1E69262BCEDB}">
      <dsp:nvSpPr>
        <dsp:cNvPr id="0" name=""/>
        <dsp:cNvSpPr/>
      </dsp:nvSpPr>
      <dsp:spPr>
        <a:xfrm>
          <a:off x="3050483" y="0"/>
          <a:ext cx="4414633" cy="13042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DATATYPES</a:t>
          </a:r>
          <a:endParaRPr lang="en-US" sz="4400" kern="1200" dirty="0">
            <a:latin typeface="Times New Roman" panose="02020603050405020304" pitchFamily="18" charset="0"/>
            <a:cs typeface="Times New Roman" panose="02020603050405020304" pitchFamily="18" charset="0"/>
          </a:endParaRPr>
        </a:p>
      </dsp:txBody>
      <dsp:txXfrm>
        <a:off x="3114153" y="63670"/>
        <a:ext cx="4287293" cy="117694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BD616-DEC7-47B4-946C-06D2F3A04F4C}">
      <dsp:nvSpPr>
        <dsp:cNvPr id="0" name=""/>
        <dsp:cNvSpPr/>
      </dsp:nvSpPr>
      <dsp:spPr>
        <a:xfrm>
          <a:off x="3416" y="0"/>
          <a:ext cx="6995850" cy="925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DATATYPES</a:t>
          </a:r>
          <a:endParaRPr lang="en-US" sz="4400" kern="1200" dirty="0">
            <a:latin typeface="Times New Roman" panose="02020603050405020304" pitchFamily="18" charset="0"/>
            <a:cs typeface="Times New Roman" panose="02020603050405020304" pitchFamily="18" charset="0"/>
          </a:endParaRPr>
        </a:p>
      </dsp:txBody>
      <dsp:txXfrm>
        <a:off x="48618" y="45202"/>
        <a:ext cx="6905446" cy="83557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AE849-ED12-4D35-893C-4F15EB2EBAC3}">
      <dsp:nvSpPr>
        <dsp:cNvPr id="0" name=""/>
        <dsp:cNvSpPr/>
      </dsp:nvSpPr>
      <dsp:spPr>
        <a:xfrm>
          <a:off x="4306933" y="1429253"/>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C97F0B9-B2E2-4EFA-9082-2C439F8BBA4C}">
      <dsp:nvSpPr>
        <dsp:cNvPr id="0" name=""/>
        <dsp:cNvSpPr/>
      </dsp:nvSpPr>
      <dsp:spPr>
        <a:xfrm>
          <a:off x="2629976" y="0"/>
          <a:ext cx="5184884" cy="11227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PRIMITIVE DATATYPES</a:t>
          </a:r>
          <a:endParaRPr lang="en-US" sz="3200" kern="1200" dirty="0">
            <a:latin typeface="Times New Roman" panose="02020603050405020304" pitchFamily="18" charset="0"/>
            <a:cs typeface="Times New Roman" panose="02020603050405020304" pitchFamily="18" charset="0"/>
          </a:endParaRPr>
        </a:p>
      </dsp:txBody>
      <dsp:txXfrm>
        <a:off x="2629976" y="0"/>
        <a:ext cx="5184884" cy="1122744"/>
      </dsp:txXfrm>
    </dsp:sp>
    <dsp:sp modelId="{A280F85C-9C23-45C1-8E63-B57119E7B51C}">
      <dsp:nvSpPr>
        <dsp:cNvPr id="0" name=""/>
        <dsp:cNvSpPr/>
      </dsp:nvSpPr>
      <dsp:spPr>
        <a:xfrm>
          <a:off x="4844018" y="1687484"/>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07C5EF0F-FBEA-46AA-B195-57AAE2B6AF87}">
      <dsp:nvSpPr>
        <dsp:cNvPr id="0" name=""/>
        <dsp:cNvSpPr/>
      </dsp:nvSpPr>
      <dsp:spPr>
        <a:xfrm>
          <a:off x="6900809" y="1066607"/>
          <a:ext cx="1983552" cy="12350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dirty="0"/>
        </a:p>
      </dsp:txBody>
      <dsp:txXfrm>
        <a:off x="6900809" y="1066607"/>
        <a:ext cx="1983552" cy="1235018"/>
      </dsp:txXfrm>
    </dsp:sp>
    <dsp:sp modelId="{6F6ED860-6D92-4A31-8120-6DB44F6C25CC}">
      <dsp:nvSpPr>
        <dsp:cNvPr id="0" name=""/>
        <dsp:cNvSpPr/>
      </dsp:nvSpPr>
      <dsp:spPr>
        <a:xfrm>
          <a:off x="4976000" y="2268505"/>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8563815B-1362-4AEB-909E-F7258B02C8D9}">
      <dsp:nvSpPr>
        <dsp:cNvPr id="0" name=""/>
        <dsp:cNvSpPr/>
      </dsp:nvSpPr>
      <dsp:spPr>
        <a:xfrm>
          <a:off x="238634" y="1016561"/>
          <a:ext cx="3113060" cy="189639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 </a:t>
          </a:r>
          <a:r>
            <a:rPr lang="en-US" sz="2000" b="1" kern="1200" dirty="0">
              <a:latin typeface="Times New Roman" panose="02020603050405020304" pitchFamily="18" charset="0"/>
              <a:cs typeface="Times New Roman" panose="02020603050405020304" pitchFamily="18" charset="0"/>
            </a:rPr>
            <a:t>Definition: </a:t>
          </a:r>
          <a:r>
            <a:rPr lang="en-US" sz="2000" b="0" kern="1200" dirty="0">
              <a:latin typeface="Times New Roman" panose="02020603050405020304" pitchFamily="18" charset="0"/>
              <a:cs typeface="Times New Roman" panose="02020603050405020304" pitchFamily="18" charset="0"/>
            </a:rPr>
            <a:t>Primitive</a:t>
          </a:r>
          <a:r>
            <a:rPr lang="en-US" sz="2000" kern="1200" dirty="0">
              <a:latin typeface="Times New Roman" panose="02020603050405020304" pitchFamily="18" charset="0"/>
              <a:cs typeface="Times New Roman" panose="02020603050405020304" pitchFamily="18" charset="0"/>
            </a:rPr>
            <a:t> data types are the fundamental building blocks of data, representing basic values directly supported by the programming language.</a:t>
          </a:r>
        </a:p>
      </dsp:txBody>
      <dsp:txXfrm>
        <a:off x="238634" y="1016561"/>
        <a:ext cx="3113060" cy="1896398"/>
      </dsp:txXfrm>
    </dsp:sp>
    <dsp:sp modelId="{245CC1F7-DC41-4380-A0A2-6B3987E140AE}">
      <dsp:nvSpPr>
        <dsp:cNvPr id="0" name=""/>
        <dsp:cNvSpPr/>
      </dsp:nvSpPr>
      <dsp:spPr>
        <a:xfrm>
          <a:off x="4604466" y="2734443"/>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585A880-6DBB-4CBB-A660-017B7E5CC968}">
      <dsp:nvSpPr>
        <dsp:cNvPr id="0" name=""/>
        <dsp:cNvSpPr/>
      </dsp:nvSpPr>
      <dsp:spPr>
        <a:xfrm>
          <a:off x="427779" y="2564036"/>
          <a:ext cx="2984220" cy="120695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b="1" kern="1200" dirty="0"/>
            <a:t>Examples of Datatypes include:</a:t>
          </a:r>
          <a:endParaRPr lang="en-US" sz="2100" kern="1200" dirty="0"/>
        </a:p>
      </dsp:txBody>
      <dsp:txXfrm>
        <a:off x="427779" y="2564036"/>
        <a:ext cx="2984220" cy="1206950"/>
      </dsp:txXfrm>
    </dsp:sp>
    <dsp:sp modelId="{F181BF43-E448-4475-A05F-5FE0FD24CD25}">
      <dsp:nvSpPr>
        <dsp:cNvPr id="0" name=""/>
        <dsp:cNvSpPr/>
      </dsp:nvSpPr>
      <dsp:spPr>
        <a:xfrm>
          <a:off x="4009400" y="2734443"/>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D17C111D-B889-49A0-8801-3F803754C91F}">
      <dsp:nvSpPr>
        <dsp:cNvPr id="0" name=""/>
        <dsp:cNvSpPr/>
      </dsp:nvSpPr>
      <dsp:spPr>
        <a:xfrm>
          <a:off x="7464205" y="3103639"/>
          <a:ext cx="2097988" cy="120695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b="1" kern="1200" dirty="0"/>
            <a:t>Integer: </a:t>
          </a:r>
          <a:r>
            <a:rPr lang="en-US" sz="2100" kern="1200" dirty="0"/>
            <a:t>Represents whole numbers (e.g., 1, -5).</a:t>
          </a:r>
        </a:p>
      </dsp:txBody>
      <dsp:txXfrm>
        <a:off x="7464205" y="3103639"/>
        <a:ext cx="2097988" cy="1206950"/>
      </dsp:txXfrm>
    </dsp:sp>
    <dsp:sp modelId="{957F1E79-46BC-46D7-A616-73749A2648DF}">
      <dsp:nvSpPr>
        <dsp:cNvPr id="0" name=""/>
        <dsp:cNvSpPr/>
      </dsp:nvSpPr>
      <dsp:spPr>
        <a:xfrm>
          <a:off x="3637865" y="2268505"/>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C240234-DA12-49C6-AF94-376FD350107E}">
      <dsp:nvSpPr>
        <dsp:cNvPr id="0" name=""/>
        <dsp:cNvSpPr/>
      </dsp:nvSpPr>
      <dsp:spPr>
        <a:xfrm>
          <a:off x="7448442" y="1172408"/>
          <a:ext cx="1945407" cy="131922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Float/Double: </a:t>
          </a:r>
          <a:r>
            <a:rPr lang="en-US" sz="2000" kern="1200" dirty="0">
              <a:latin typeface="Times New Roman" panose="02020603050405020304" pitchFamily="18" charset="0"/>
              <a:cs typeface="Times New Roman" panose="02020603050405020304" pitchFamily="18" charset="0"/>
            </a:rPr>
            <a:t>Represents real numbers with decimal points (e.g., 3.14).</a:t>
          </a:r>
        </a:p>
      </dsp:txBody>
      <dsp:txXfrm>
        <a:off x="7448442" y="1172408"/>
        <a:ext cx="1945407" cy="1319224"/>
      </dsp:txXfrm>
    </dsp:sp>
    <dsp:sp modelId="{868369E3-CCB3-4E64-B15E-3051E62154ED}">
      <dsp:nvSpPr>
        <dsp:cNvPr id="0" name=""/>
        <dsp:cNvSpPr/>
      </dsp:nvSpPr>
      <dsp:spPr>
        <a:xfrm>
          <a:off x="3769848" y="1687484"/>
          <a:ext cx="1830971" cy="18311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0588831E-60CB-4AF0-99BF-E0643124BB56}">
      <dsp:nvSpPr>
        <dsp:cNvPr id="0" name=""/>
        <dsp:cNvSpPr/>
      </dsp:nvSpPr>
      <dsp:spPr>
        <a:xfrm>
          <a:off x="3676063" y="4378703"/>
          <a:ext cx="2971381" cy="12350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b="1" kern="1200" dirty="0">
              <a:latin typeface="Times New Roman" panose="02020603050405020304" pitchFamily="18" charset="0"/>
              <a:cs typeface="Times New Roman" panose="02020603050405020304" pitchFamily="18" charset="0"/>
            </a:rPr>
            <a:t>Character: </a:t>
          </a:r>
          <a:r>
            <a:rPr lang="en-US" sz="2100" kern="1200" dirty="0">
              <a:latin typeface="Times New Roman" panose="02020603050405020304" pitchFamily="18" charset="0"/>
              <a:cs typeface="Times New Roman" panose="02020603050405020304" pitchFamily="18" charset="0"/>
            </a:rPr>
            <a:t>Represents a single character (e.g., 'A').</a:t>
          </a:r>
        </a:p>
      </dsp:txBody>
      <dsp:txXfrm>
        <a:off x="3676063" y="4378703"/>
        <a:ext cx="2971381" cy="123501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1D343-17F5-4A2F-897C-86066E17C419}">
      <dsp:nvSpPr>
        <dsp:cNvPr id="0" name=""/>
        <dsp:cNvSpPr/>
      </dsp:nvSpPr>
      <dsp:spPr>
        <a:xfrm>
          <a:off x="3362" y="0"/>
          <a:ext cx="6885501" cy="10417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DATATYPES</a:t>
          </a:r>
          <a:endParaRPr lang="en-US" sz="4400" kern="1200" dirty="0">
            <a:latin typeface="Times New Roman" panose="02020603050405020304" pitchFamily="18" charset="0"/>
            <a:cs typeface="Times New Roman" panose="02020603050405020304" pitchFamily="18" charset="0"/>
          </a:endParaRPr>
        </a:p>
      </dsp:txBody>
      <dsp:txXfrm>
        <a:off x="54215" y="50853"/>
        <a:ext cx="6783795" cy="94001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7024D-7CE8-439E-8217-0602C8376F2B}">
      <dsp:nvSpPr>
        <dsp:cNvPr id="0" name=""/>
        <dsp:cNvSpPr/>
      </dsp:nvSpPr>
      <dsp:spPr>
        <a:xfrm>
          <a:off x="1445871" y="0"/>
          <a:ext cx="7623857" cy="1098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DATATYPES</a:t>
          </a:r>
          <a:endParaRPr lang="en-US" sz="4400" kern="1200" dirty="0">
            <a:latin typeface="Times New Roman" panose="02020603050405020304" pitchFamily="18" charset="0"/>
            <a:cs typeface="Times New Roman" panose="02020603050405020304" pitchFamily="18" charset="0"/>
          </a:endParaRPr>
        </a:p>
      </dsp:txBody>
      <dsp:txXfrm>
        <a:off x="1499496" y="53625"/>
        <a:ext cx="7516607" cy="99127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0A11E-BCD2-4591-B329-37DAE2A6DF12}">
      <dsp:nvSpPr>
        <dsp:cNvPr id="0" name=""/>
        <dsp:cNvSpPr/>
      </dsp:nvSpPr>
      <dsp:spPr>
        <a:xfrm>
          <a:off x="4785747" y="1218008"/>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88CFD917-F283-4A57-B61A-339D2B07D7CE}">
      <dsp:nvSpPr>
        <dsp:cNvPr id="0" name=""/>
        <dsp:cNvSpPr/>
      </dsp:nvSpPr>
      <dsp:spPr>
        <a:xfrm>
          <a:off x="4581775" y="0"/>
          <a:ext cx="2039715" cy="111112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Times New Roman" panose="02020603050405020304" pitchFamily="18" charset="0"/>
              <a:cs typeface="Times New Roman" panose="02020603050405020304" pitchFamily="18" charset="0"/>
            </a:rPr>
            <a:t>ABSTRACT DATA TYPES (ADTS):</a:t>
          </a:r>
          <a:endParaRPr lang="en-US" sz="2400" kern="1200" dirty="0">
            <a:latin typeface="Times New Roman" panose="02020603050405020304" pitchFamily="18" charset="0"/>
            <a:cs typeface="Times New Roman" panose="02020603050405020304" pitchFamily="18" charset="0"/>
          </a:endParaRPr>
        </a:p>
      </dsp:txBody>
      <dsp:txXfrm>
        <a:off x="4581775" y="0"/>
        <a:ext cx="2039715" cy="1111128"/>
      </dsp:txXfrm>
    </dsp:sp>
    <dsp:sp modelId="{207CAA98-2AA0-4A71-B897-D58B7C63C7C6}">
      <dsp:nvSpPr>
        <dsp:cNvPr id="0" name=""/>
        <dsp:cNvSpPr/>
      </dsp:nvSpPr>
      <dsp:spPr>
        <a:xfrm>
          <a:off x="5315393" y="1523833"/>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F94BC24E-F5B9-4F8B-9CF3-5E2A53C11066}">
      <dsp:nvSpPr>
        <dsp:cNvPr id="0" name=""/>
        <dsp:cNvSpPr/>
      </dsp:nvSpPr>
      <dsp:spPr>
        <a:xfrm>
          <a:off x="542588" y="1007678"/>
          <a:ext cx="3399031" cy="186069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Definition: </a:t>
          </a:r>
          <a:r>
            <a:rPr lang="en-US" sz="2000" kern="1200" dirty="0">
              <a:latin typeface="Times New Roman" panose="02020603050405020304" pitchFamily="18" charset="0"/>
              <a:cs typeface="Times New Roman" panose="02020603050405020304" pitchFamily="18" charset="0"/>
            </a:rPr>
            <a:t>Abstract Data Types are high-level descriptions of data structures that focus on the behavior of the data and the operations that can be performed, without specifying the implementation details.</a:t>
          </a:r>
        </a:p>
      </dsp:txBody>
      <dsp:txXfrm>
        <a:off x="542588" y="1007678"/>
        <a:ext cx="3399031" cy="1860693"/>
      </dsp:txXfrm>
    </dsp:sp>
    <dsp:sp modelId="{D3E10054-F417-479B-BEA9-8B68F8777C1F}">
      <dsp:nvSpPr>
        <dsp:cNvPr id="0" name=""/>
        <dsp:cNvSpPr/>
      </dsp:nvSpPr>
      <dsp:spPr>
        <a:xfrm>
          <a:off x="5315393" y="2135483"/>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5BF7F4C-A55F-4580-B9E2-5C31925374DB}">
      <dsp:nvSpPr>
        <dsp:cNvPr id="0" name=""/>
        <dsp:cNvSpPr/>
      </dsp:nvSpPr>
      <dsp:spPr>
        <a:xfrm>
          <a:off x="7580812" y="2787624"/>
          <a:ext cx="1932970" cy="135981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Stack: </a:t>
          </a:r>
          <a:r>
            <a:rPr lang="en-US" sz="2000" kern="1200" dirty="0">
              <a:latin typeface="Times New Roman" panose="02020603050405020304" pitchFamily="18" charset="0"/>
              <a:cs typeface="Times New Roman" panose="02020603050405020304" pitchFamily="18" charset="0"/>
            </a:rPr>
            <a:t>Supports operations like push and pop.</a:t>
          </a:r>
        </a:p>
      </dsp:txBody>
      <dsp:txXfrm>
        <a:off x="7580812" y="2787624"/>
        <a:ext cx="1932970" cy="1359810"/>
      </dsp:txXfrm>
    </dsp:sp>
    <dsp:sp modelId="{3F0EC5C4-EC35-460A-B522-07F59832C801}">
      <dsp:nvSpPr>
        <dsp:cNvPr id="0" name=""/>
        <dsp:cNvSpPr/>
      </dsp:nvSpPr>
      <dsp:spPr>
        <a:xfrm>
          <a:off x="4785747" y="2441838"/>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7052AAE-BB4D-43CD-863B-7DE357C5F012}">
      <dsp:nvSpPr>
        <dsp:cNvPr id="0" name=""/>
        <dsp:cNvSpPr/>
      </dsp:nvSpPr>
      <dsp:spPr>
        <a:xfrm>
          <a:off x="4581775" y="4179961"/>
          <a:ext cx="2039715" cy="111112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Queue</a:t>
          </a:r>
          <a:r>
            <a:rPr lang="en-US" sz="1800" kern="1200" dirty="0">
              <a:latin typeface="Times New Roman" panose="02020603050405020304" pitchFamily="18" charset="0"/>
              <a:cs typeface="Times New Roman" panose="02020603050405020304" pitchFamily="18" charset="0"/>
            </a:rPr>
            <a:t>: Supports operations like enqueue and dequeue.</a:t>
          </a:r>
        </a:p>
      </dsp:txBody>
      <dsp:txXfrm>
        <a:off x="4581775" y="4179961"/>
        <a:ext cx="2039715" cy="1111128"/>
      </dsp:txXfrm>
    </dsp:sp>
    <dsp:sp modelId="{3D4E42E4-9F2A-4147-AA90-DF36673BCE7A}">
      <dsp:nvSpPr>
        <dsp:cNvPr id="0" name=""/>
        <dsp:cNvSpPr/>
      </dsp:nvSpPr>
      <dsp:spPr>
        <a:xfrm>
          <a:off x="4256101" y="2135483"/>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5B695D7-2460-4EA5-ACD8-6538CBB2D6BE}">
      <dsp:nvSpPr>
        <dsp:cNvPr id="0" name=""/>
        <dsp:cNvSpPr/>
      </dsp:nvSpPr>
      <dsp:spPr>
        <a:xfrm>
          <a:off x="771980" y="3167338"/>
          <a:ext cx="3174903" cy="140974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Linked List: </a:t>
          </a:r>
          <a:r>
            <a:rPr lang="en-US" sz="2000" kern="1200" dirty="0">
              <a:latin typeface="Times New Roman" panose="02020603050405020304" pitchFamily="18" charset="0"/>
              <a:cs typeface="Times New Roman" panose="02020603050405020304" pitchFamily="18" charset="0"/>
            </a:rPr>
            <a:t>Supports operations like insertion and deletion.</a:t>
          </a:r>
        </a:p>
      </dsp:txBody>
      <dsp:txXfrm>
        <a:off x="771980" y="3167338"/>
        <a:ext cx="3174903" cy="1409742"/>
      </dsp:txXfrm>
    </dsp:sp>
    <dsp:sp modelId="{21B1B47C-6758-406A-84AA-5F977B4B49EB}">
      <dsp:nvSpPr>
        <dsp:cNvPr id="0" name=""/>
        <dsp:cNvSpPr/>
      </dsp:nvSpPr>
      <dsp:spPr>
        <a:xfrm>
          <a:off x="4256101" y="1523833"/>
          <a:ext cx="1631772" cy="16317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5254A24-E49C-4D13-BE83-5D7FA64F0BFB}">
      <dsp:nvSpPr>
        <dsp:cNvPr id="0" name=""/>
        <dsp:cNvSpPr/>
      </dsp:nvSpPr>
      <dsp:spPr>
        <a:xfrm>
          <a:off x="7333989" y="1020469"/>
          <a:ext cx="2485606" cy="132673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Tree: </a:t>
          </a:r>
          <a:r>
            <a:rPr lang="en-US" sz="2000" kern="1200" dirty="0">
              <a:latin typeface="Times New Roman" panose="02020603050405020304" pitchFamily="18" charset="0"/>
              <a:cs typeface="Times New Roman" panose="02020603050405020304" pitchFamily="18" charset="0"/>
            </a:rPr>
            <a:t>Supports hierarchical representation with operations like traversal and search.</a:t>
          </a:r>
        </a:p>
      </dsp:txBody>
      <dsp:txXfrm>
        <a:off x="7333989" y="1020469"/>
        <a:ext cx="2485606" cy="132673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7E0AF-9F1A-4DD0-9EFB-4E6A1F36B873}">
      <dsp:nvSpPr>
        <dsp:cNvPr id="0" name=""/>
        <dsp:cNvSpPr/>
      </dsp:nvSpPr>
      <dsp:spPr>
        <a:xfrm>
          <a:off x="1579884" y="0"/>
          <a:ext cx="7741887" cy="12530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TYPES OF DATATYPES</a:t>
          </a:r>
          <a:endParaRPr lang="en-US" sz="4400" kern="1200" dirty="0">
            <a:latin typeface="Times New Roman" panose="02020603050405020304" pitchFamily="18" charset="0"/>
            <a:cs typeface="Times New Roman" panose="02020603050405020304" pitchFamily="18" charset="0"/>
          </a:endParaRPr>
        </a:p>
      </dsp:txBody>
      <dsp:txXfrm>
        <a:off x="1641051" y="61167"/>
        <a:ext cx="7619553" cy="113068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69B69-207C-442B-9D4A-E22D37207293}">
      <dsp:nvSpPr>
        <dsp:cNvPr id="0" name=""/>
        <dsp:cNvSpPr/>
      </dsp:nvSpPr>
      <dsp:spPr>
        <a:xfrm>
          <a:off x="462030" y="0"/>
          <a:ext cx="9591539" cy="143526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81915" rIns="163830" bIns="81915" numCol="1" spcCol="1270" anchor="ctr" anchorCtr="0">
          <a:noAutofit/>
        </a:bodyPr>
        <a:lstStyle/>
        <a:p>
          <a:pPr marL="0" lvl="0" indent="0" algn="ctr" defTabSz="1911350">
            <a:lnSpc>
              <a:spcPct val="90000"/>
            </a:lnSpc>
            <a:spcBef>
              <a:spcPct val="0"/>
            </a:spcBef>
            <a:spcAft>
              <a:spcPct val="35000"/>
            </a:spcAft>
            <a:buNone/>
          </a:pPr>
          <a:r>
            <a:rPr lang="en-US" sz="4300" b="1" kern="1200" dirty="0">
              <a:latin typeface="Times New Roman" panose="02020603050405020304" pitchFamily="18" charset="0"/>
              <a:cs typeface="Times New Roman" panose="02020603050405020304" pitchFamily="18" charset="0"/>
            </a:rPr>
            <a:t>PHYSICAL MEMORY AND LOGIC MEMORY</a:t>
          </a:r>
          <a:endParaRPr lang="en-US" sz="4300" kern="1200" dirty="0">
            <a:latin typeface="Times New Roman" panose="02020603050405020304" pitchFamily="18" charset="0"/>
            <a:cs typeface="Times New Roman" panose="02020603050405020304" pitchFamily="18" charset="0"/>
          </a:endParaRPr>
        </a:p>
      </dsp:txBody>
      <dsp:txXfrm>
        <a:off x="532094" y="70064"/>
        <a:ext cx="9451411" cy="129513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5425E-9B96-429A-B4FA-548231350210}">
      <dsp:nvSpPr>
        <dsp:cNvPr id="0" name=""/>
        <dsp:cNvSpPr/>
      </dsp:nvSpPr>
      <dsp:spPr>
        <a:xfrm>
          <a:off x="1431963" y="1410"/>
          <a:ext cx="6304370" cy="14454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i="0" kern="1200" dirty="0">
              <a:latin typeface="Times New Roman" panose="02020603050405020304" pitchFamily="18" charset="0"/>
              <a:cs typeface="Times New Roman" panose="02020603050405020304" pitchFamily="18" charset="0"/>
            </a:rPr>
            <a:t>PHYSICAL MEMORY</a:t>
          </a:r>
          <a:endParaRPr lang="en-US" sz="4400" kern="1200" dirty="0">
            <a:latin typeface="Times New Roman" panose="02020603050405020304" pitchFamily="18" charset="0"/>
            <a:cs typeface="Times New Roman" panose="02020603050405020304" pitchFamily="18" charset="0"/>
          </a:endParaRPr>
        </a:p>
      </dsp:txBody>
      <dsp:txXfrm>
        <a:off x="1502523" y="71970"/>
        <a:ext cx="6163250" cy="130430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AC271-C8FE-4254-B9C8-CC7657F1A8E2}">
      <dsp:nvSpPr>
        <dsp:cNvPr id="0" name=""/>
        <dsp:cNvSpPr/>
      </dsp:nvSpPr>
      <dsp:spPr>
        <a:xfrm>
          <a:off x="2140512" y="1230"/>
          <a:ext cx="6511281" cy="1260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LOGICAL MEMORY</a:t>
          </a:r>
          <a:endParaRPr lang="en-US" sz="4400" kern="1200" dirty="0">
            <a:latin typeface="Times New Roman" panose="02020603050405020304" pitchFamily="18" charset="0"/>
            <a:cs typeface="Times New Roman" panose="02020603050405020304" pitchFamily="18" charset="0"/>
          </a:endParaRPr>
        </a:p>
      </dsp:txBody>
      <dsp:txXfrm>
        <a:off x="2202040" y="62758"/>
        <a:ext cx="6388225" cy="113735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C6B9D-B61E-4C31-8AEB-505D9C8929A8}">
      <dsp:nvSpPr>
        <dsp:cNvPr id="0" name=""/>
        <dsp:cNvSpPr/>
      </dsp:nvSpPr>
      <dsp:spPr>
        <a:xfrm>
          <a:off x="825667" y="1853"/>
          <a:ext cx="9592097" cy="189639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THE RELATIONSHIP BETWEEN PHYSICAL AND LOGICAL MEMORY MANAGEMENT</a:t>
          </a:r>
          <a:endParaRPr lang="en-US" sz="4400" kern="1200" dirty="0">
            <a:latin typeface="Times New Roman" panose="02020603050405020304" pitchFamily="18" charset="0"/>
            <a:cs typeface="Times New Roman" panose="02020603050405020304" pitchFamily="18" charset="0"/>
          </a:endParaRPr>
        </a:p>
      </dsp:txBody>
      <dsp:txXfrm>
        <a:off x="918241" y="94427"/>
        <a:ext cx="9406949" cy="171124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AF94F-ECED-41C9-A0C9-3B1EDCB53C94}">
      <dsp:nvSpPr>
        <dsp:cNvPr id="0" name=""/>
        <dsp:cNvSpPr/>
      </dsp:nvSpPr>
      <dsp:spPr>
        <a:xfrm>
          <a:off x="964445" y="953"/>
          <a:ext cx="9823045" cy="19541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THE RELATIONSHIP BETWEEN PHYSICAL AND LOGICAL MEMORY MANAGEMENT</a:t>
          </a:r>
          <a:endParaRPr lang="en-US" sz="4400" kern="1200" dirty="0">
            <a:latin typeface="Times New Roman" panose="02020603050405020304" pitchFamily="18" charset="0"/>
            <a:cs typeface="Times New Roman" panose="02020603050405020304" pitchFamily="18" charset="0"/>
          </a:endParaRPr>
        </a:p>
      </dsp:txBody>
      <dsp:txXfrm>
        <a:off x="1059839" y="96347"/>
        <a:ext cx="9632257" cy="176336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82FB0C-25F4-4299-B2C2-FB678F9F38F9}">
      <dsp:nvSpPr>
        <dsp:cNvPr id="0" name=""/>
        <dsp:cNvSpPr/>
      </dsp:nvSpPr>
      <dsp:spPr>
        <a:xfrm>
          <a:off x="5330" y="0"/>
          <a:ext cx="10922282" cy="18942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THE RELATIONSHIP BETWEEN PHYSICAL AND LOGICAL MEMORY MANAGEMENT</a:t>
          </a:r>
          <a:endParaRPr lang="en-US" sz="4400" kern="1200" dirty="0">
            <a:latin typeface="Times New Roman" panose="02020603050405020304" pitchFamily="18" charset="0"/>
            <a:cs typeface="Times New Roman" panose="02020603050405020304" pitchFamily="18" charset="0"/>
          </a:endParaRPr>
        </a:p>
      </dsp:txBody>
      <dsp:txXfrm>
        <a:off x="60812" y="55482"/>
        <a:ext cx="10811318" cy="178331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27FDF-8487-4672-95D8-02CEFA809442}">
      <dsp:nvSpPr>
        <dsp:cNvPr id="0" name=""/>
        <dsp:cNvSpPr/>
      </dsp:nvSpPr>
      <dsp:spPr>
        <a:xfrm>
          <a:off x="0" y="0"/>
          <a:ext cx="11019752" cy="1878050"/>
        </a:xfrm>
        <a:prstGeom prst="roundRect">
          <a:avLst>
            <a:gd name="adj" fmla="val 8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159435" numCol="1" spcCol="1270" anchor="t"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THE RELATIONSHIP BETWEEN PHYSICAL AND LOGICAL MEMORY MANAGEMENT</a:t>
          </a:r>
          <a:endParaRPr lang="en-US" sz="4400" kern="1200" dirty="0">
            <a:latin typeface="Times New Roman" panose="02020603050405020304" pitchFamily="18" charset="0"/>
            <a:cs typeface="Times New Roman" panose="02020603050405020304" pitchFamily="18" charset="0"/>
          </a:endParaRPr>
        </a:p>
      </dsp:txBody>
      <dsp:txXfrm>
        <a:off x="46755" y="46755"/>
        <a:ext cx="10926242" cy="178454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2EC9A4-B6AD-4B26-A16D-E86E57BD8F1D}">
      <dsp:nvSpPr>
        <dsp:cNvPr id="0" name=""/>
        <dsp:cNvSpPr/>
      </dsp:nvSpPr>
      <dsp:spPr>
        <a:xfrm>
          <a:off x="5263" y="820"/>
          <a:ext cx="10777078" cy="167966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THE RELATIONSHIP BETWEEN PHYSICAL AND LOGICAL MEMORY MANAGEMENT</a:t>
          </a:r>
          <a:endParaRPr lang="en-US" sz="4400" kern="1200" dirty="0">
            <a:latin typeface="Times New Roman" panose="02020603050405020304" pitchFamily="18" charset="0"/>
            <a:cs typeface="Times New Roman" panose="02020603050405020304" pitchFamily="18" charset="0"/>
          </a:endParaRPr>
        </a:p>
      </dsp:txBody>
      <dsp:txXfrm>
        <a:off x="87257" y="82814"/>
        <a:ext cx="10613090" cy="151567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E26BE-2131-6FBE-4348-19DA28FD3E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3901D6-6E97-0233-A8FD-D4B33E29EA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523C46-E26C-BC0E-025F-EE0CA67F959F}"/>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F61544DB-E921-FD45-B46A-44393454E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22D947-7D6A-28AD-7FBD-40C14B34541B}"/>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1745062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21768-3D6A-0792-6140-D024BB1466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D31458-4624-5192-50C3-4AA2402D8B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4621A-B314-60B3-7C94-35057DC22596}"/>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B2392D3E-FF2D-D9C0-FDF3-31D25329D5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CF152-B35E-6DF2-C5A7-47E86D83CD05}"/>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262303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57F3-A5EF-1841-0073-2C66EEC220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5C6377-0B31-EC43-3151-1A987A7A5D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1F8FD-C436-5FBB-A13D-50526F727F6A}"/>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F9070481-D9E9-942B-B354-B148AA642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E94B0-56A4-468D-E629-168D389C007B}"/>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3803232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A7918-E79A-1123-8510-95F83731C9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FB4BB-74B1-8593-8E22-3E3C6EC4AE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BA6425-381E-906E-B396-D29120DFF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3424D8-7E65-F9A0-4765-58A174B38BC7}"/>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6" name="Footer Placeholder 5">
            <a:extLst>
              <a:ext uri="{FF2B5EF4-FFF2-40B4-BE49-F238E27FC236}">
                <a16:creationId xmlns:a16="http://schemas.microsoft.com/office/drawing/2014/main" id="{2190EEBB-FB91-630F-86D7-135E3C536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9E24B0-BE22-6B78-5F60-CB628A8F5AD8}"/>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3228995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E6EF-0F71-C407-7D2F-2ABACF9FAB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30C4D5-4504-396D-8ABE-5362DB5AD6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96E5C-C78E-7EB4-952F-8B7615DC5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A4C82B-6CFF-D53F-DAD7-3810488C71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B95E04-7990-FD19-EA25-9EA3D257D3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75934A-5F7A-3E9F-8B3B-BAAB48C0D4C5}"/>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8" name="Footer Placeholder 7">
            <a:extLst>
              <a:ext uri="{FF2B5EF4-FFF2-40B4-BE49-F238E27FC236}">
                <a16:creationId xmlns:a16="http://schemas.microsoft.com/office/drawing/2014/main" id="{75838A10-E691-3A81-E269-8583BCE411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7EC13B-90DA-A37C-27C3-5227C1383F6F}"/>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986003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93E02-B047-8DCA-3058-F0E4F80E63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FF8CCA-D9CC-AAC1-77F5-D4276D4FC221}"/>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4" name="Footer Placeholder 3">
            <a:extLst>
              <a:ext uri="{FF2B5EF4-FFF2-40B4-BE49-F238E27FC236}">
                <a16:creationId xmlns:a16="http://schemas.microsoft.com/office/drawing/2014/main" id="{A43F3AD0-A263-6C5E-7905-0133396D91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52B5BF-0390-B863-419D-01F86661D1BA}"/>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56017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86451F-5CCF-0F66-D9DA-AF5E589ECD05}"/>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3" name="Footer Placeholder 2">
            <a:extLst>
              <a:ext uri="{FF2B5EF4-FFF2-40B4-BE49-F238E27FC236}">
                <a16:creationId xmlns:a16="http://schemas.microsoft.com/office/drawing/2014/main" id="{2D435F18-57E8-0508-0743-A577194C89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14A09-EF30-6FBB-9BD7-68AD3F591DFE}"/>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198387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9CE4-DE2E-270C-0E38-5E756A0EF7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142E47-B00D-7C9C-E1A4-0DA37B5610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E144C7-2474-9C79-AC99-7F9D0FFF13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60CD02-072F-CEEE-792B-7EC2F66C4613}"/>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6" name="Footer Placeholder 5">
            <a:extLst>
              <a:ext uri="{FF2B5EF4-FFF2-40B4-BE49-F238E27FC236}">
                <a16:creationId xmlns:a16="http://schemas.microsoft.com/office/drawing/2014/main" id="{4ECAA07F-D82F-02D5-3925-7A1E998EE7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656A27-AD45-0DCB-F385-D31F9FF8A60D}"/>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2565544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C69A-86F5-B37A-206A-E910EADD9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599B54-D0BD-A15A-7A51-61CDF60D5D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11A08-934C-DF51-E63B-667273055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52A18-9A8C-736F-49F8-ACBA64285E25}"/>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6" name="Footer Placeholder 5">
            <a:extLst>
              <a:ext uri="{FF2B5EF4-FFF2-40B4-BE49-F238E27FC236}">
                <a16:creationId xmlns:a16="http://schemas.microsoft.com/office/drawing/2014/main" id="{E8519167-8EF3-434A-3468-523216FB5D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8DBE2A-6178-C830-A33C-DBD1DF16A48A}"/>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842605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4A16-37D9-F9D1-0CC0-F7DF60D8F1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80B7F3-523D-F1BF-2467-E09F1ACFCD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A6591-15E7-73A6-45B5-D394AB69970C}"/>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225B82D0-6277-0213-0FDF-52675C22D0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1D409-07F2-202C-20BF-38529C913EBA}"/>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3406568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76A98-9D8D-A6F0-6A08-A331B3E116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4E3235-19F6-F593-5296-DD5A0F60E8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99F57-10A1-A9C0-9EEA-C90B748578CE}"/>
              </a:ext>
            </a:extLst>
          </p:cNvPr>
          <p:cNvSpPr>
            <a:spLocks noGrp="1"/>
          </p:cNvSpPr>
          <p:nvPr>
            <p:ph type="dt" sz="half" idx="10"/>
          </p:nvPr>
        </p:nvSpPr>
        <p:spPr/>
        <p:txBody>
          <a:body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C5E1AF6A-03BB-B47B-5257-C181CA96B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5E8B9-71B4-7F8B-4A13-AB20BD64D5C6}"/>
              </a:ext>
            </a:extLst>
          </p:cNvPr>
          <p:cNvSpPr>
            <a:spLocks noGrp="1"/>
          </p:cNvSpPr>
          <p:nvPr>
            <p:ph type="sldNum" sz="quarter" idx="12"/>
          </p:nvPr>
        </p:nvSpPr>
        <p:spPr/>
        <p:txBody>
          <a:bodyPr/>
          <a:lstStyle/>
          <a:p>
            <a:fld id="{DB6A885F-A6F8-48E9-9E72-95A1DC188297}" type="slidenum">
              <a:rPr lang="en-US" smtClean="0"/>
              <a:t>‹#›</a:t>
            </a:fld>
            <a:endParaRPr lang="en-US"/>
          </a:p>
        </p:txBody>
      </p:sp>
    </p:spTree>
    <p:extLst>
      <p:ext uri="{BB962C8B-B14F-4D97-AF65-F5344CB8AC3E}">
        <p14:creationId xmlns:p14="http://schemas.microsoft.com/office/powerpoint/2010/main" val="4167809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B0595-48BB-7A2C-A522-9531219873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9B4406-2B53-1085-9F0B-128BC7782E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B2A6B-B2E0-92FC-3D3D-A0D4E22552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7E26C-D3C7-4B58-B6B2-D865CB9B5339}" type="datetimeFigureOut">
              <a:rPr lang="en-US" smtClean="0"/>
              <a:t>1/22/2024</a:t>
            </a:fld>
            <a:endParaRPr lang="en-US"/>
          </a:p>
        </p:txBody>
      </p:sp>
      <p:sp>
        <p:nvSpPr>
          <p:cNvPr id="5" name="Footer Placeholder 4">
            <a:extLst>
              <a:ext uri="{FF2B5EF4-FFF2-40B4-BE49-F238E27FC236}">
                <a16:creationId xmlns:a16="http://schemas.microsoft.com/office/drawing/2014/main" id="{2A953556-5C50-E8A1-BDE1-127A5BD6F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1EFCA4B-562D-DF0A-4C18-279365415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6A885F-A6F8-48E9-9E72-95A1DC188297}" type="slidenum">
              <a:rPr lang="en-US" smtClean="0"/>
              <a:t>‹#›</a:t>
            </a:fld>
            <a:endParaRPr lang="en-US"/>
          </a:p>
        </p:txBody>
      </p:sp>
    </p:spTree>
    <p:extLst>
      <p:ext uri="{BB962C8B-B14F-4D97-AF65-F5344CB8AC3E}">
        <p14:creationId xmlns:p14="http://schemas.microsoft.com/office/powerpoint/2010/main" val="2598621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Layout" Target="../diagrams/layout8.xml"/><Relationship Id="rId7" Type="http://schemas.openxmlformats.org/officeDocument/2006/relationships/image" Target="../media/image1.webp"/><Relationship Id="rId12" Type="http://schemas.microsoft.com/office/2007/relationships/diagramDrawing" Target="../diagrams/drawing9.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11" Type="http://schemas.openxmlformats.org/officeDocument/2006/relationships/diagramColors" Target="../diagrams/colors9.xml"/><Relationship Id="rId5" Type="http://schemas.openxmlformats.org/officeDocument/2006/relationships/diagramColors" Target="../diagrams/colors8.xml"/><Relationship Id="rId10" Type="http://schemas.openxmlformats.org/officeDocument/2006/relationships/diagramQuickStyle" Target="../diagrams/quickStyle9.xml"/><Relationship Id="rId4" Type="http://schemas.openxmlformats.org/officeDocument/2006/relationships/diagramQuickStyle" Target="../diagrams/quickStyle8.xml"/><Relationship Id="rId9" Type="http://schemas.openxmlformats.org/officeDocument/2006/relationships/diagramLayout" Target="../diagrams/layout9.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Layout" Target="../diagrams/layout10.xml"/><Relationship Id="rId7" Type="http://schemas.openxmlformats.org/officeDocument/2006/relationships/image" Target="../media/image2.webp"/><Relationship Id="rId12" Type="http://schemas.microsoft.com/office/2007/relationships/diagramDrawing" Target="../diagrams/drawing11.xml"/><Relationship Id="rId2" Type="http://schemas.openxmlformats.org/officeDocument/2006/relationships/diagramData" Target="../diagrams/data10.xml"/><Relationship Id="rId1" Type="http://schemas.openxmlformats.org/officeDocument/2006/relationships/slideLayout" Target="../slideLayouts/slideLayout8.xml"/><Relationship Id="rId6" Type="http://schemas.microsoft.com/office/2007/relationships/diagramDrawing" Target="../diagrams/drawing10.xml"/><Relationship Id="rId11" Type="http://schemas.openxmlformats.org/officeDocument/2006/relationships/diagramColors" Target="../diagrams/colors11.xml"/><Relationship Id="rId5" Type="http://schemas.openxmlformats.org/officeDocument/2006/relationships/diagramColors" Target="../diagrams/colors10.xml"/><Relationship Id="rId10" Type="http://schemas.openxmlformats.org/officeDocument/2006/relationships/diagramQuickStyle" Target="../diagrams/quickStyle11.xml"/><Relationship Id="rId4" Type="http://schemas.openxmlformats.org/officeDocument/2006/relationships/diagramQuickStyle" Target="../diagrams/quickStyle10.xml"/><Relationship Id="rId9" Type="http://schemas.openxmlformats.org/officeDocument/2006/relationships/diagramLayout" Target="../diagrams/layout1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9.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17.xml"/><Relationship Id="rId3" Type="http://schemas.openxmlformats.org/officeDocument/2006/relationships/diagramLayout" Target="../diagrams/layout16.xml"/><Relationship Id="rId7" Type="http://schemas.openxmlformats.org/officeDocument/2006/relationships/diagramData" Target="../diagrams/data17.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0" Type="http://schemas.openxmlformats.org/officeDocument/2006/relationships/diagramColors" Target="../diagrams/colors17.xml"/><Relationship Id="rId4" Type="http://schemas.openxmlformats.org/officeDocument/2006/relationships/diagramQuickStyle" Target="../diagrams/quickStyle16.xml"/><Relationship Id="rId9" Type="http://schemas.openxmlformats.org/officeDocument/2006/relationships/diagramQuickStyle" Target="../diagrams/quickStyle1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1.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3.jpg"/><Relationship Id="rId2" Type="http://schemas.openxmlformats.org/officeDocument/2006/relationships/diagramData" Target="../diagrams/data24.xml"/><Relationship Id="rId1" Type="http://schemas.openxmlformats.org/officeDocument/2006/relationships/slideLayout" Target="../slideLayouts/slideLayout8.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4.jpg"/><Relationship Id="rId2" Type="http://schemas.openxmlformats.org/officeDocument/2006/relationships/diagramData" Target="../diagrams/data25.xml"/><Relationship Id="rId1" Type="http://schemas.openxmlformats.org/officeDocument/2006/relationships/slideLayout" Target="../slideLayouts/slideLayout8.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5.jpg"/><Relationship Id="rId2" Type="http://schemas.openxmlformats.org/officeDocument/2006/relationships/diagramData" Target="../diagrams/data26.xml"/><Relationship Id="rId1" Type="http://schemas.openxmlformats.org/officeDocument/2006/relationships/slideLayout" Target="../slideLayouts/slideLayout8.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ED3F781-B9C7-38DB-D836-0F9BDD33FEE6}"/>
              </a:ext>
            </a:extLst>
          </p:cNvPr>
          <p:cNvGraphicFramePr/>
          <p:nvPr>
            <p:extLst>
              <p:ext uri="{D42A27DB-BD31-4B8C-83A1-F6EECF244321}">
                <p14:modId xmlns:p14="http://schemas.microsoft.com/office/powerpoint/2010/main" val="2873724486"/>
              </p:ext>
            </p:extLst>
          </p:nvPr>
        </p:nvGraphicFramePr>
        <p:xfrm>
          <a:off x="949124" y="243067"/>
          <a:ext cx="10880203" cy="4780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8E8788F9-02CB-2BF6-F0F0-02527EE2E104}"/>
              </a:ext>
            </a:extLst>
          </p:cNvPr>
          <p:cNvGraphicFramePr/>
          <p:nvPr/>
        </p:nvGraphicFramePr>
        <p:xfrm>
          <a:off x="1605023" y="4805805"/>
          <a:ext cx="9144000" cy="16557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64583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119290D-05B7-569E-3BE7-B9F438F25A42}"/>
              </a:ext>
            </a:extLst>
          </p:cNvPr>
          <p:cNvGraphicFramePr/>
          <p:nvPr>
            <p:extLst>
              <p:ext uri="{D42A27DB-BD31-4B8C-83A1-F6EECF244321}">
                <p14:modId xmlns:p14="http://schemas.microsoft.com/office/powerpoint/2010/main" val="3478374424"/>
              </p:ext>
            </p:extLst>
          </p:nvPr>
        </p:nvGraphicFramePr>
        <p:xfrm>
          <a:off x="321853" y="138896"/>
          <a:ext cx="12063058" cy="1597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ubtitle 4">
            <a:extLst>
              <a:ext uri="{FF2B5EF4-FFF2-40B4-BE49-F238E27FC236}">
                <a16:creationId xmlns:a16="http://schemas.microsoft.com/office/drawing/2014/main" id="{BA563A7E-C8FB-8FF4-45CE-E563C748B480}"/>
              </a:ext>
            </a:extLst>
          </p:cNvPr>
          <p:cNvSpPr>
            <a:spLocks noGrp="1"/>
          </p:cNvSpPr>
          <p:nvPr>
            <p:ph type="subTitle" idx="1"/>
          </p:nvPr>
        </p:nvSpPr>
        <p:spPr>
          <a:xfrm>
            <a:off x="321853" y="1873753"/>
            <a:ext cx="11548293" cy="4554244"/>
          </a:xfrm>
        </p:spPr>
        <p:txBody>
          <a:bodyPr>
            <a:noAutofit/>
          </a:bodyPr>
          <a:lstStyle/>
          <a:p>
            <a:pPr marL="342900" indent="-342900" algn="l">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Data structures and algorithms are important for programmers to solve complex problems. Organizing data effectively is crucial for the efficient use of these tools.</a:t>
            </a:r>
          </a:p>
          <a:p>
            <a:pPr marL="342900" indent="-342900" algn="l">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By the end, you will better understand the crucial role of data organization in programming, helping you to become a more effective problem solver.</a:t>
            </a:r>
          </a:p>
          <a:p>
            <a:pPr algn="l">
              <a:lnSpc>
                <a:spcPct val="150000"/>
              </a:lnSpc>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549679"/>
      </p:ext>
    </p:extLst>
  </p:cSld>
  <p:clrMapOvr>
    <a:masterClrMapping/>
  </p:clrMapOvr>
  <p:transition spd="med">
    <p:pull dir="r"/>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C3E0841-61A3-5B61-DEA6-1DBDEF350DE0}"/>
              </a:ext>
            </a:extLst>
          </p:cNvPr>
          <p:cNvGraphicFramePr/>
          <p:nvPr>
            <p:extLst>
              <p:ext uri="{D42A27DB-BD31-4B8C-83A1-F6EECF244321}">
                <p14:modId xmlns:p14="http://schemas.microsoft.com/office/powerpoint/2010/main" val="2456675681"/>
              </p:ext>
            </p:extLst>
          </p:nvPr>
        </p:nvGraphicFramePr>
        <p:xfrm>
          <a:off x="390046" y="306735"/>
          <a:ext cx="10515600" cy="1741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583AEC9-CD60-7F12-6969-DBD918560CBB}"/>
              </a:ext>
            </a:extLst>
          </p:cNvPr>
          <p:cNvSpPr>
            <a:spLocks noGrp="1"/>
          </p:cNvSpPr>
          <p:nvPr>
            <p:ph idx="1"/>
          </p:nvPr>
        </p:nvSpPr>
        <p:spPr>
          <a:xfrm>
            <a:off x="838200" y="2199927"/>
            <a:ext cx="10515600" cy="4351338"/>
          </a:xfrm>
        </p:spPr>
        <p:txBody>
          <a:bodyPr numCol="1">
            <a:normAutofit/>
          </a:bodyPr>
          <a:lstStyle/>
          <a:p>
            <a:pPr marL="0" indent="0">
              <a:lnSpc>
                <a:spcPct val="150000"/>
              </a:lnSpc>
              <a:buNone/>
            </a:pPr>
            <a:r>
              <a:rPr lang="en-US" sz="3200" dirty="0">
                <a:latin typeface="Times New Roman" panose="02020603050405020304" pitchFamily="18" charset="0"/>
                <a:cs typeface="Times New Roman" panose="02020603050405020304" pitchFamily="18" charset="0"/>
              </a:rPr>
              <a:t>Data organization is the arrangement and structuring of data within a data structure, to facilitate efficient storage, retrieval, and manipulation.</a:t>
            </a: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83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0DE3D19-6B51-9562-6E7F-0D71FD2090BF}"/>
              </a:ext>
            </a:extLst>
          </p:cNvPr>
          <p:cNvGraphicFramePr/>
          <p:nvPr>
            <p:extLst>
              <p:ext uri="{D42A27DB-BD31-4B8C-83A1-F6EECF244321}">
                <p14:modId xmlns:p14="http://schemas.microsoft.com/office/powerpoint/2010/main" val="2216037723"/>
              </p:ext>
            </p:extLst>
          </p:nvPr>
        </p:nvGraphicFramePr>
        <p:xfrm>
          <a:off x="725379" y="18255"/>
          <a:ext cx="10515600" cy="1092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4D7E9A64-0A3C-E434-C94E-3BDB63F55393}"/>
              </a:ext>
            </a:extLst>
          </p:cNvPr>
          <p:cNvSpPr>
            <a:spLocks noGrp="1"/>
          </p:cNvSpPr>
          <p:nvPr>
            <p:ph idx="1"/>
          </p:nvPr>
        </p:nvSpPr>
        <p:spPr>
          <a:xfrm>
            <a:off x="-92598" y="1122745"/>
            <a:ext cx="12813176" cy="3507129"/>
          </a:xfrm>
        </p:spPr>
        <p:txBody>
          <a:bodyPr>
            <a:noAutofit/>
          </a:body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Efficiency in Algorithmic Processing</a:t>
            </a:r>
          </a:p>
          <a:p>
            <a:pPr marL="0" indent="0">
              <a:buNone/>
            </a:pPr>
            <a:r>
              <a:rPr lang="en-US" sz="3200" dirty="0">
                <a:latin typeface="Times New Roman" panose="02020603050405020304" pitchFamily="18" charset="0"/>
                <a:cs typeface="Times New Roman" panose="02020603050405020304" pitchFamily="18" charset="0"/>
              </a:rPr>
              <a:t>Optimized Access:</a:t>
            </a:r>
          </a:p>
          <a:p>
            <a:r>
              <a:rPr lang="en-US" sz="3200" dirty="0">
                <a:latin typeface="Times New Roman" panose="02020603050405020304" pitchFamily="18" charset="0"/>
                <a:cs typeface="Times New Roman" panose="02020603050405020304" pitchFamily="18" charset="0"/>
              </a:rPr>
              <a:t>Well-organized data structures lead to faster access and retrieval of information.</a:t>
            </a:r>
          </a:p>
          <a:p>
            <a:r>
              <a:rPr lang="en-US" sz="3200" dirty="0">
                <a:latin typeface="Times New Roman" panose="02020603050405020304" pitchFamily="18" charset="0"/>
                <a:cs typeface="Times New Roman" panose="02020603050405020304" pitchFamily="18" charset="0"/>
              </a:rPr>
              <a:t>Algorithms can process data more efficiently when it is stored in an organized manner.</a:t>
            </a:r>
          </a:p>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Improved Search and Retrieval</a:t>
            </a:r>
          </a:p>
          <a:p>
            <a:pPr marL="0" indent="0">
              <a:buNone/>
            </a:pPr>
            <a:r>
              <a:rPr lang="en-US" sz="3200" dirty="0">
                <a:latin typeface="Times New Roman" panose="02020603050405020304" pitchFamily="18" charset="0"/>
                <a:cs typeface="Times New Roman" panose="02020603050405020304" pitchFamily="18" charset="0"/>
              </a:rPr>
              <a:t>Reduced Search Time:</a:t>
            </a:r>
          </a:p>
          <a:p>
            <a:r>
              <a:rPr lang="en-US" sz="3200" dirty="0">
                <a:latin typeface="Times New Roman" panose="02020603050405020304" pitchFamily="18" charset="0"/>
                <a:cs typeface="Times New Roman" panose="02020603050405020304" pitchFamily="18" charset="0"/>
              </a:rPr>
              <a:t>Organized data allows for quicker search and retrieval operations.</a:t>
            </a:r>
          </a:p>
          <a:p>
            <a:r>
              <a:rPr lang="en-US" sz="3200" dirty="0">
                <a:latin typeface="Times New Roman" panose="02020603050405020304" pitchFamily="18" charset="0"/>
                <a:cs typeface="Times New Roman" panose="02020603050405020304" pitchFamily="18" charset="0"/>
              </a:rPr>
              <a:t>Efficient search algorithms can take advantage of well-organized data structures.</a:t>
            </a:r>
          </a:p>
        </p:txBody>
      </p:sp>
    </p:spTree>
    <p:extLst>
      <p:ext uri="{BB962C8B-B14F-4D97-AF65-F5344CB8AC3E}">
        <p14:creationId xmlns:p14="http://schemas.microsoft.com/office/powerpoint/2010/main" val="1354340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2F675FF-8580-F5F4-2417-18F671D1EF30}"/>
              </a:ext>
            </a:extLst>
          </p:cNvPr>
          <p:cNvGraphicFramePr/>
          <p:nvPr>
            <p:extLst>
              <p:ext uri="{D42A27DB-BD31-4B8C-83A1-F6EECF244321}">
                <p14:modId xmlns:p14="http://schemas.microsoft.com/office/powerpoint/2010/main" val="3308548859"/>
              </p:ext>
            </p:extLst>
          </p:nvPr>
        </p:nvGraphicFramePr>
        <p:xfrm>
          <a:off x="1122744" y="0"/>
          <a:ext cx="9861631" cy="1342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80375884-6083-9A05-C92A-0021636FEBFD}"/>
              </a:ext>
            </a:extLst>
          </p:cNvPr>
          <p:cNvSpPr>
            <a:spLocks noGrp="1"/>
          </p:cNvSpPr>
          <p:nvPr>
            <p:ph idx="1"/>
          </p:nvPr>
        </p:nvSpPr>
        <p:spPr>
          <a:xfrm>
            <a:off x="260257" y="1481559"/>
            <a:ext cx="11586603" cy="4398379"/>
          </a:xfrm>
        </p:spPr>
        <p:txBody>
          <a:bodyPr>
            <a:noAutofit/>
          </a:body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Enhanced Code Readability</a:t>
            </a:r>
          </a:p>
          <a:p>
            <a:pPr marL="0" indent="0">
              <a:buNone/>
            </a:pPr>
            <a:r>
              <a:rPr lang="en-US" sz="3200" dirty="0">
                <a:latin typeface="Times New Roman" panose="02020603050405020304" pitchFamily="18" charset="0"/>
                <a:cs typeface="Times New Roman" panose="02020603050405020304" pitchFamily="18" charset="0"/>
              </a:rPr>
              <a:t>Clarity in Code:</a:t>
            </a:r>
          </a:p>
          <a:p>
            <a:r>
              <a:rPr lang="en-US" sz="3200" dirty="0">
                <a:latin typeface="Times New Roman" panose="02020603050405020304" pitchFamily="18" charset="0"/>
                <a:cs typeface="Times New Roman" panose="02020603050405020304" pitchFamily="18" charset="0"/>
              </a:rPr>
              <a:t>Organized data structures enhance code readability.</a:t>
            </a:r>
          </a:p>
          <a:p>
            <a:r>
              <a:rPr lang="en-US" sz="3200" dirty="0">
                <a:latin typeface="Times New Roman" panose="02020603050405020304" pitchFamily="18" charset="0"/>
                <a:cs typeface="Times New Roman" panose="02020603050405020304" pitchFamily="18" charset="0"/>
              </a:rPr>
              <a:t>Code becomes more understandable and maintainable, facilitating collaboration among developers.</a:t>
            </a:r>
          </a:p>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Simplified Maintenance</a:t>
            </a:r>
          </a:p>
          <a:p>
            <a:pPr marL="0" indent="0">
              <a:buNone/>
            </a:pPr>
            <a:r>
              <a:rPr lang="en-US" sz="3200" dirty="0">
                <a:latin typeface="Times New Roman" panose="02020603050405020304" pitchFamily="18" charset="0"/>
                <a:cs typeface="Times New Roman" panose="02020603050405020304" pitchFamily="18" charset="0"/>
              </a:rPr>
              <a:t>Ease of Maintenance:</a:t>
            </a:r>
          </a:p>
          <a:p>
            <a:r>
              <a:rPr lang="en-US" sz="3200" dirty="0">
                <a:latin typeface="Times New Roman" panose="02020603050405020304" pitchFamily="18" charset="0"/>
                <a:cs typeface="Times New Roman" panose="02020603050405020304" pitchFamily="18" charset="0"/>
              </a:rPr>
              <a:t>Organized data structures make it easier to maintain and update software.</a:t>
            </a:r>
          </a:p>
          <a:p>
            <a:r>
              <a:rPr lang="en-US" sz="3200" dirty="0">
                <a:latin typeface="Times New Roman" panose="02020603050405020304" pitchFamily="18" charset="0"/>
                <a:cs typeface="Times New Roman" panose="02020603050405020304" pitchFamily="18" charset="0"/>
              </a:rPr>
              <a:t>Modifications and additions can be performed more seamlessly.</a:t>
            </a:r>
          </a:p>
        </p:txBody>
      </p:sp>
    </p:spTree>
    <p:extLst>
      <p:ext uri="{BB962C8B-B14F-4D97-AF65-F5344CB8AC3E}">
        <p14:creationId xmlns:p14="http://schemas.microsoft.com/office/powerpoint/2010/main" val="219590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F4C9D19-E168-A70C-D79E-81F5C550C2A8}"/>
              </a:ext>
            </a:extLst>
          </p:cNvPr>
          <p:cNvGraphicFramePr/>
          <p:nvPr>
            <p:extLst>
              <p:ext uri="{D42A27DB-BD31-4B8C-83A1-F6EECF244321}">
                <p14:modId xmlns:p14="http://schemas.microsoft.com/office/powerpoint/2010/main" val="2683410379"/>
              </p:ext>
            </p:extLst>
          </p:nvPr>
        </p:nvGraphicFramePr>
        <p:xfrm>
          <a:off x="874866" y="0"/>
          <a:ext cx="10515600" cy="1365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1E7B457B-6838-C5A7-7753-B1186BCA3104}"/>
              </a:ext>
            </a:extLst>
          </p:cNvPr>
          <p:cNvSpPr>
            <a:spLocks noGrp="1"/>
          </p:cNvSpPr>
          <p:nvPr>
            <p:ph idx="1"/>
          </p:nvPr>
        </p:nvSpPr>
        <p:spPr>
          <a:xfrm>
            <a:off x="0" y="1596941"/>
            <a:ext cx="12379110" cy="4572366"/>
          </a:xfrm>
        </p:spPr>
        <p:txBody>
          <a:bodyPr>
            <a:noAutofit/>
          </a:body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Adaptability to Changing Requirements</a:t>
            </a:r>
          </a:p>
          <a:p>
            <a:pPr marL="0" indent="0">
              <a:buNone/>
            </a:pPr>
            <a:r>
              <a:rPr lang="en-US" sz="3200" dirty="0">
                <a:latin typeface="Times New Roman" panose="02020603050405020304" pitchFamily="18" charset="0"/>
                <a:cs typeface="Times New Roman" panose="02020603050405020304" pitchFamily="18" charset="0"/>
              </a:rPr>
              <a:t>Adaptability:</a:t>
            </a:r>
          </a:p>
          <a:p>
            <a:r>
              <a:rPr lang="en-US" sz="3200" dirty="0">
                <a:latin typeface="Times New Roman" panose="02020603050405020304" pitchFamily="18" charset="0"/>
                <a:cs typeface="Times New Roman" panose="02020603050405020304" pitchFamily="18" charset="0"/>
              </a:rPr>
              <a:t>Organized data structures provide adaptability to changing requirements.</a:t>
            </a:r>
          </a:p>
          <a:p>
            <a:r>
              <a:rPr lang="en-US" sz="3200" dirty="0">
                <a:latin typeface="Times New Roman" panose="02020603050405020304" pitchFamily="18" charset="0"/>
                <a:cs typeface="Times New Roman" panose="02020603050405020304" pitchFamily="18" charset="0"/>
              </a:rPr>
              <a:t>Modifying or replacing them won't cause major disruptions to the overall system.</a:t>
            </a:r>
          </a:p>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Data Security and Integrity</a:t>
            </a:r>
          </a:p>
          <a:p>
            <a:pPr marL="0" indent="0">
              <a:buNone/>
            </a:pPr>
            <a:r>
              <a:rPr lang="en-US" sz="3200" dirty="0">
                <a:latin typeface="Times New Roman" panose="02020603050405020304" pitchFamily="18" charset="0"/>
                <a:cs typeface="Times New Roman" panose="02020603050405020304" pitchFamily="18" charset="0"/>
              </a:rPr>
              <a:t>Enhanced Security:</a:t>
            </a:r>
          </a:p>
          <a:p>
            <a:r>
              <a:rPr lang="en-US" sz="3200" dirty="0">
                <a:latin typeface="Times New Roman" panose="02020603050405020304" pitchFamily="18" charset="0"/>
                <a:cs typeface="Times New Roman" panose="02020603050405020304" pitchFamily="18" charset="0"/>
              </a:rPr>
              <a:t>Properly organized data contributes to data security.</a:t>
            </a:r>
          </a:p>
          <a:p>
            <a:r>
              <a:rPr lang="en-US" sz="3200" dirty="0">
                <a:latin typeface="Times New Roman" panose="02020603050405020304" pitchFamily="18" charset="0"/>
                <a:cs typeface="Times New Roman" panose="02020603050405020304" pitchFamily="18" charset="0"/>
              </a:rPr>
              <a:t>Access controls and data integrity measures are more effectively implemented with organized data</a:t>
            </a:r>
          </a:p>
        </p:txBody>
      </p:sp>
    </p:spTree>
    <p:extLst>
      <p:ext uri="{BB962C8B-B14F-4D97-AF65-F5344CB8AC3E}">
        <p14:creationId xmlns:p14="http://schemas.microsoft.com/office/powerpoint/2010/main" val="362139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16" name="Diagram 15">
            <a:extLst>
              <a:ext uri="{FF2B5EF4-FFF2-40B4-BE49-F238E27FC236}">
                <a16:creationId xmlns:a16="http://schemas.microsoft.com/office/drawing/2014/main" id="{DD1E2705-7464-69C2-6A23-9B61918D8C1A}"/>
              </a:ext>
            </a:extLst>
          </p:cNvPr>
          <p:cNvGraphicFramePr/>
          <p:nvPr>
            <p:extLst>
              <p:ext uri="{D42A27DB-BD31-4B8C-83A1-F6EECF244321}">
                <p14:modId xmlns:p14="http://schemas.microsoft.com/office/powerpoint/2010/main" val="3286403049"/>
              </p:ext>
            </p:extLst>
          </p:nvPr>
        </p:nvGraphicFramePr>
        <p:xfrm>
          <a:off x="1632993" y="162045"/>
          <a:ext cx="7800374" cy="1388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Placeholder 10">
            <a:extLst>
              <a:ext uri="{FF2B5EF4-FFF2-40B4-BE49-F238E27FC236}">
                <a16:creationId xmlns:a16="http://schemas.microsoft.com/office/drawing/2014/main" id="{D3B8BF11-00CE-3FC2-7188-44B887FC2DAD}"/>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5619507" y="2173720"/>
            <a:ext cx="6172200" cy="3704801"/>
          </a:xfrm>
          <a:gradFill>
            <a:gsLst>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FFD100"/>
            </a:solidFill>
          </a:ln>
        </p:spPr>
        <p:style>
          <a:lnRef idx="2">
            <a:schemeClr val="accent1">
              <a:shade val="15000"/>
            </a:schemeClr>
          </a:lnRef>
          <a:fillRef idx="1">
            <a:schemeClr val="accent1"/>
          </a:fillRef>
          <a:effectRef idx="0">
            <a:schemeClr val="accent1"/>
          </a:effectRef>
          <a:fontRef idx="minor">
            <a:schemeClr val="lt1"/>
          </a:fontRef>
        </p:style>
      </p:pic>
      <p:graphicFrame>
        <p:nvGraphicFramePr>
          <p:cNvPr id="17" name="Diagram 16">
            <a:extLst>
              <a:ext uri="{FF2B5EF4-FFF2-40B4-BE49-F238E27FC236}">
                <a16:creationId xmlns:a16="http://schemas.microsoft.com/office/drawing/2014/main" id="{5016FE85-C0C2-7FC0-2B73-66500293F660}"/>
              </a:ext>
            </a:extLst>
          </p:cNvPr>
          <p:cNvGraphicFramePr/>
          <p:nvPr>
            <p:extLst>
              <p:ext uri="{D42A27DB-BD31-4B8C-83A1-F6EECF244321}">
                <p14:modId xmlns:p14="http://schemas.microsoft.com/office/powerpoint/2010/main" val="3712887387"/>
              </p:ext>
            </p:extLst>
          </p:nvPr>
        </p:nvGraphicFramePr>
        <p:xfrm>
          <a:off x="0" y="1898249"/>
          <a:ext cx="4904491" cy="443310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0888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3AD474E8-E874-14A6-4119-D035EA972851}"/>
              </a:ext>
            </a:extLst>
          </p:cNvPr>
          <p:cNvGraphicFramePr/>
          <p:nvPr>
            <p:extLst>
              <p:ext uri="{D42A27DB-BD31-4B8C-83A1-F6EECF244321}">
                <p14:modId xmlns:p14="http://schemas.microsoft.com/office/powerpoint/2010/main" val="790839748"/>
              </p:ext>
            </p:extLst>
          </p:nvPr>
        </p:nvGraphicFramePr>
        <p:xfrm>
          <a:off x="1324649" y="92597"/>
          <a:ext cx="8363361" cy="1510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Content Placeholder 10">
            <a:extLst>
              <a:ext uri="{FF2B5EF4-FFF2-40B4-BE49-F238E27FC236}">
                <a16:creationId xmlns:a16="http://schemas.microsoft.com/office/drawing/2014/main" id="{E9B307EB-870D-A4A6-0FDE-943AC1E37A62}"/>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5506329" y="2068975"/>
            <a:ext cx="6349068" cy="3810964"/>
          </a:xfrm>
        </p:spPr>
      </p:pic>
      <p:graphicFrame>
        <p:nvGraphicFramePr>
          <p:cNvPr id="14" name="Diagram 13">
            <a:extLst>
              <a:ext uri="{FF2B5EF4-FFF2-40B4-BE49-F238E27FC236}">
                <a16:creationId xmlns:a16="http://schemas.microsoft.com/office/drawing/2014/main" id="{9E3D47CF-B975-D9FF-23E0-77727876DF9A}"/>
              </a:ext>
            </a:extLst>
          </p:cNvPr>
          <p:cNvGraphicFramePr/>
          <p:nvPr>
            <p:extLst>
              <p:ext uri="{D42A27DB-BD31-4B8C-83A1-F6EECF244321}">
                <p14:modId xmlns:p14="http://schemas.microsoft.com/office/powerpoint/2010/main" val="1781022053"/>
              </p:ext>
            </p:extLst>
          </p:nvPr>
        </p:nvGraphicFramePr>
        <p:xfrm>
          <a:off x="339850" y="2068975"/>
          <a:ext cx="4722188" cy="45748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751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10" name="Diagram 9">
            <a:extLst>
              <a:ext uri="{FF2B5EF4-FFF2-40B4-BE49-F238E27FC236}">
                <a16:creationId xmlns:a16="http://schemas.microsoft.com/office/drawing/2014/main" id="{8E14356D-5640-3251-0361-7D9D76DE324F}"/>
              </a:ext>
            </a:extLst>
          </p:cNvPr>
          <p:cNvGraphicFramePr/>
          <p:nvPr>
            <p:extLst>
              <p:ext uri="{D42A27DB-BD31-4B8C-83A1-F6EECF244321}">
                <p14:modId xmlns:p14="http://schemas.microsoft.com/office/powerpoint/2010/main" val="3278354539"/>
              </p:ext>
            </p:extLst>
          </p:nvPr>
        </p:nvGraphicFramePr>
        <p:xfrm>
          <a:off x="417251" y="96252"/>
          <a:ext cx="10515600" cy="1304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D5D5DFDB-4FFA-075B-2F10-6829A34AD016}"/>
              </a:ext>
            </a:extLst>
          </p:cNvPr>
          <p:cNvSpPr>
            <a:spLocks noGrp="1"/>
          </p:cNvSpPr>
          <p:nvPr>
            <p:ph idx="1"/>
          </p:nvPr>
        </p:nvSpPr>
        <p:spPr>
          <a:xfrm>
            <a:off x="313308" y="1867120"/>
            <a:ext cx="10723485" cy="4534594"/>
          </a:xfrm>
        </p:spPr>
        <p:txBody>
          <a:bodyPr>
            <a:normAutofit/>
          </a:bodyPr>
          <a:lstStyle/>
          <a:p>
            <a:r>
              <a:rPr lang="en-US" sz="3200" b="1" dirty="0">
                <a:latin typeface="Times New Roman" panose="02020603050405020304" pitchFamily="18" charset="0"/>
                <a:cs typeface="Times New Roman" panose="02020603050405020304" pitchFamily="18" charset="0"/>
              </a:rPr>
              <a:t>Definition</a:t>
            </a:r>
          </a:p>
          <a:p>
            <a:pPr marL="0" indent="0">
              <a:buNone/>
            </a:pPr>
            <a:r>
              <a:rPr lang="en-US" sz="3200" dirty="0"/>
              <a:t>Data types refer to the classification or categorization of data that a programming language or a data structure can handle.</a:t>
            </a:r>
          </a:p>
          <a:p>
            <a:pPr marL="0" indent="0">
              <a:buNone/>
            </a:pPr>
            <a:r>
              <a:rPr lang="en-US" sz="3200" dirty="0"/>
              <a:t>Each data type has specific characteristics, constraints, and operations associated with it. </a:t>
            </a:r>
          </a:p>
          <a:p>
            <a:pPr marL="0" indent="0">
              <a:buNone/>
            </a:pPr>
            <a:r>
              <a:rPr lang="en-US" sz="3200" dirty="0"/>
              <a:t>Data types are crucial in data structures as they define the nature of the elements stored and the operations that can be performed on those elements</a:t>
            </a:r>
          </a:p>
        </p:txBody>
      </p:sp>
    </p:spTree>
    <p:extLst>
      <p:ext uri="{BB962C8B-B14F-4D97-AF65-F5344CB8AC3E}">
        <p14:creationId xmlns:p14="http://schemas.microsoft.com/office/powerpoint/2010/main" val="408926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88C5C5B2-157E-190C-0CC9-ADBCB00E2077}"/>
              </a:ext>
            </a:extLst>
          </p:cNvPr>
          <p:cNvGraphicFramePr/>
          <p:nvPr>
            <p:extLst>
              <p:ext uri="{D42A27DB-BD31-4B8C-83A1-F6EECF244321}">
                <p14:modId xmlns:p14="http://schemas.microsoft.com/office/powerpoint/2010/main" val="2241800751"/>
              </p:ext>
            </p:extLst>
          </p:nvPr>
        </p:nvGraphicFramePr>
        <p:xfrm>
          <a:off x="2349661" y="0"/>
          <a:ext cx="7002683" cy="925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Diagram 9">
            <a:extLst>
              <a:ext uri="{FF2B5EF4-FFF2-40B4-BE49-F238E27FC236}">
                <a16:creationId xmlns:a16="http://schemas.microsoft.com/office/drawing/2014/main" id="{94BDA912-2C9B-7524-E50D-207C3A9BF1A8}"/>
              </a:ext>
            </a:extLst>
          </p:cNvPr>
          <p:cNvGraphicFramePr/>
          <p:nvPr>
            <p:extLst>
              <p:ext uri="{D42A27DB-BD31-4B8C-83A1-F6EECF244321}">
                <p14:modId xmlns:p14="http://schemas.microsoft.com/office/powerpoint/2010/main" val="245483058"/>
              </p:ext>
            </p:extLst>
          </p:nvPr>
        </p:nvGraphicFramePr>
        <p:xfrm>
          <a:off x="507336" y="1053296"/>
          <a:ext cx="10687331" cy="56137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85353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343FE56-591A-40EF-006E-7DBEA2607C3D}"/>
              </a:ext>
            </a:extLst>
          </p:cNvPr>
          <p:cNvGraphicFramePr/>
          <p:nvPr>
            <p:extLst>
              <p:ext uri="{D42A27DB-BD31-4B8C-83A1-F6EECF244321}">
                <p14:modId xmlns:p14="http://schemas.microsoft.com/office/powerpoint/2010/main" val="4114771772"/>
              </p:ext>
            </p:extLst>
          </p:nvPr>
        </p:nvGraphicFramePr>
        <p:xfrm>
          <a:off x="2471691" y="0"/>
          <a:ext cx="6892227" cy="1041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8B86CE7B-C283-8D45-1396-C25B65737207}"/>
              </a:ext>
            </a:extLst>
          </p:cNvPr>
          <p:cNvSpPr>
            <a:spLocks noGrp="1"/>
          </p:cNvSpPr>
          <p:nvPr>
            <p:ph idx="1"/>
          </p:nvPr>
        </p:nvSpPr>
        <p:spPr>
          <a:xfrm>
            <a:off x="530071" y="1267706"/>
            <a:ext cx="11131858" cy="5147152"/>
          </a:xfrm>
        </p:spPr>
        <p:txBody>
          <a:bodyPr>
            <a:normAutofit/>
          </a:body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PRIMITIVE DATATYPES</a:t>
            </a:r>
          </a:p>
          <a:p>
            <a:r>
              <a:rPr lang="en-US" sz="3200" b="1" dirty="0">
                <a:latin typeface="Times New Roman" panose="02020603050405020304" pitchFamily="18" charset="0"/>
                <a:cs typeface="Times New Roman" panose="02020603050405020304" pitchFamily="18" charset="0"/>
              </a:rPr>
              <a:t>Characteristics:</a:t>
            </a:r>
          </a:p>
          <a:p>
            <a:pPr marL="0" indent="0">
              <a:buNone/>
            </a:pPr>
            <a:r>
              <a:rPr lang="en-US" sz="3200" dirty="0">
                <a:latin typeface="Times New Roman" panose="02020603050405020304" pitchFamily="18" charset="0"/>
                <a:cs typeface="Times New Roman" panose="02020603050405020304" pitchFamily="18" charset="0"/>
              </a:rPr>
              <a:t>Fixed size in memory.</a:t>
            </a:r>
          </a:p>
          <a:p>
            <a:pPr marL="0" indent="0">
              <a:buNone/>
            </a:pPr>
            <a:r>
              <a:rPr lang="en-US" sz="3200" dirty="0">
                <a:latin typeface="Times New Roman" panose="02020603050405020304" pitchFamily="18" charset="0"/>
                <a:cs typeface="Times New Roman" panose="02020603050405020304" pitchFamily="18" charset="0"/>
              </a:rPr>
              <a:t>Directly supported by the hardware.</a:t>
            </a:r>
          </a:p>
          <a:p>
            <a:pPr marL="0" indent="0">
              <a:buNone/>
            </a:pPr>
            <a:r>
              <a:rPr lang="en-US" sz="3200" dirty="0">
                <a:latin typeface="Times New Roman" panose="02020603050405020304" pitchFamily="18" charset="0"/>
                <a:cs typeface="Times New Roman" panose="02020603050405020304" pitchFamily="18" charset="0"/>
              </a:rPr>
              <a:t>Operations are basic and low-level.</a:t>
            </a:r>
          </a:p>
          <a:p>
            <a:r>
              <a:rPr lang="en-US" sz="3200" b="1" dirty="0">
                <a:latin typeface="Times New Roman" panose="02020603050405020304" pitchFamily="18" charset="0"/>
                <a:cs typeface="Times New Roman" panose="02020603050405020304" pitchFamily="18" charset="0"/>
              </a:rPr>
              <a:t>Usage:</a:t>
            </a:r>
          </a:p>
          <a:p>
            <a:pPr marL="0" indent="0">
              <a:buNone/>
            </a:pPr>
            <a:r>
              <a:rPr lang="en-US" sz="3200" dirty="0">
                <a:latin typeface="Times New Roman" panose="02020603050405020304" pitchFamily="18" charset="0"/>
                <a:cs typeface="Times New Roman" panose="02020603050405020304" pitchFamily="18" charset="0"/>
              </a:rPr>
              <a:t>Efficient for simple and small-scale data representation.</a:t>
            </a:r>
          </a:p>
          <a:p>
            <a:pPr marL="0" indent="0">
              <a:buNone/>
            </a:pPr>
            <a:r>
              <a:rPr lang="en-US" sz="3200" dirty="0">
                <a:latin typeface="Times New Roman" panose="02020603050405020304" pitchFamily="18" charset="0"/>
                <a:cs typeface="Times New Roman" panose="02020603050405020304" pitchFamily="18" charset="0"/>
              </a:rPr>
              <a:t>Form the foundation for more complex data structures.</a:t>
            </a:r>
          </a:p>
          <a:p>
            <a:endParaRPr lang="en-US" dirty="0"/>
          </a:p>
        </p:txBody>
      </p:sp>
    </p:spTree>
    <p:extLst>
      <p:ext uri="{BB962C8B-B14F-4D97-AF65-F5344CB8AC3E}">
        <p14:creationId xmlns:p14="http://schemas.microsoft.com/office/powerpoint/2010/main" val="117582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8C0D7BF5-6FA9-EC53-9354-EFC5940CFD51}"/>
              </a:ext>
            </a:extLst>
          </p:cNvPr>
          <p:cNvGraphicFramePr/>
          <p:nvPr>
            <p:extLst>
              <p:ext uri="{D42A27DB-BD31-4B8C-83A1-F6EECF244321}">
                <p14:modId xmlns:p14="http://schemas.microsoft.com/office/powerpoint/2010/main" val="1360736905"/>
              </p:ext>
            </p:extLst>
          </p:nvPr>
        </p:nvGraphicFramePr>
        <p:xfrm>
          <a:off x="838199" y="0"/>
          <a:ext cx="10515600" cy="1099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Content Placeholder 6">
            <a:extLst>
              <a:ext uri="{FF2B5EF4-FFF2-40B4-BE49-F238E27FC236}">
                <a16:creationId xmlns:a16="http://schemas.microsoft.com/office/drawing/2014/main" id="{53009E7C-23FE-9E6E-D1EB-B3B184A58894}"/>
              </a:ext>
            </a:extLst>
          </p:cNvPr>
          <p:cNvGraphicFramePr>
            <a:graphicFrameLocks noGrp="1"/>
          </p:cNvGraphicFramePr>
          <p:nvPr>
            <p:ph idx="1"/>
            <p:extLst>
              <p:ext uri="{D42A27DB-BD31-4B8C-83A1-F6EECF244321}">
                <p14:modId xmlns:p14="http://schemas.microsoft.com/office/powerpoint/2010/main" val="1204293367"/>
              </p:ext>
            </p:extLst>
          </p:nvPr>
        </p:nvGraphicFramePr>
        <p:xfrm>
          <a:off x="438334" y="1201783"/>
          <a:ext cx="11315331" cy="52910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91326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graphicFrame>
        <p:nvGraphicFramePr>
          <p:cNvPr id="22" name="Diagram 21">
            <a:extLst>
              <a:ext uri="{FF2B5EF4-FFF2-40B4-BE49-F238E27FC236}">
                <a16:creationId xmlns:a16="http://schemas.microsoft.com/office/drawing/2014/main" id="{E42896EE-6A3F-073D-8FF8-9BCE8B899DC2}"/>
              </a:ext>
            </a:extLst>
          </p:cNvPr>
          <p:cNvGraphicFramePr/>
          <p:nvPr>
            <p:extLst>
              <p:ext uri="{D42A27DB-BD31-4B8C-83A1-F6EECF244321}">
                <p14:modId xmlns:p14="http://schemas.microsoft.com/office/powerpoint/2010/main" val="1420291640"/>
              </p:ext>
            </p:extLst>
          </p:nvPr>
        </p:nvGraphicFramePr>
        <p:xfrm>
          <a:off x="645160" y="71120"/>
          <a:ext cx="10515600" cy="12542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D81D935-09D5-2369-87B9-6587E942FA19}"/>
              </a:ext>
            </a:extLst>
          </p:cNvPr>
          <p:cNvSpPr>
            <a:spLocks noGrp="1"/>
          </p:cNvSpPr>
          <p:nvPr>
            <p:ph idx="1"/>
          </p:nvPr>
        </p:nvSpPr>
        <p:spPr>
          <a:xfrm>
            <a:off x="101600" y="1518574"/>
            <a:ext cx="12090400" cy="5166706"/>
          </a:xfrm>
          <a:solidFill>
            <a:schemeClr val="accent1">
              <a:hueOff val="0"/>
              <a:satOff val="0"/>
              <a:lumOff val="0"/>
              <a:alpha val="24000"/>
            </a:schemeClr>
          </a:solidFill>
        </p:spPr>
        <p:txBody>
          <a:bodyPr>
            <a:normAutofit fontScale="92500" lnSpcReduction="10000"/>
          </a:body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ABSTRACT DATA TYPES (ADTS):</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Characteristics:</a:t>
            </a:r>
          </a:p>
          <a:p>
            <a:pPr marL="0" indent="0">
              <a:buNone/>
            </a:pPr>
            <a:r>
              <a:rPr lang="en-US" sz="3200" dirty="0">
                <a:latin typeface="Times New Roman" panose="02020603050405020304" pitchFamily="18" charset="0"/>
                <a:cs typeface="Times New Roman" panose="02020603050405020304" pitchFamily="18" charset="0"/>
              </a:rPr>
              <a:t>Defined by operations, not implementation details.</a:t>
            </a:r>
          </a:p>
          <a:p>
            <a:pPr marL="0" indent="0">
              <a:buNone/>
            </a:pPr>
            <a:r>
              <a:rPr lang="en-US" sz="3200" dirty="0">
                <a:latin typeface="Times New Roman" panose="02020603050405020304" pitchFamily="18" charset="0"/>
                <a:cs typeface="Times New Roman" panose="02020603050405020304" pitchFamily="18" charset="0"/>
              </a:rPr>
              <a:t>Encapsulates data and operations within a single unit.</a:t>
            </a:r>
          </a:p>
          <a:p>
            <a:pPr marL="0" indent="0">
              <a:buNone/>
            </a:pPr>
            <a:r>
              <a:rPr lang="en-US" sz="3200" dirty="0">
                <a:latin typeface="Times New Roman" panose="02020603050405020304" pitchFamily="18" charset="0"/>
                <a:cs typeface="Times New Roman" panose="02020603050405020304" pitchFamily="18" charset="0"/>
              </a:rPr>
              <a:t>Allows for modularity and abstraction in programming.</a:t>
            </a:r>
          </a:p>
          <a:p>
            <a:r>
              <a:rPr lang="en-US" sz="3200" b="1" dirty="0">
                <a:latin typeface="Times New Roman" panose="02020603050405020304" pitchFamily="18" charset="0"/>
                <a:cs typeface="Times New Roman" panose="02020603050405020304" pitchFamily="18" charset="0"/>
              </a:rPr>
              <a:t>Usage:</a:t>
            </a:r>
          </a:p>
          <a:p>
            <a:pPr marL="0" indent="0">
              <a:buNone/>
            </a:pPr>
            <a:r>
              <a:rPr lang="en-US" sz="3200" dirty="0">
                <a:latin typeface="Times New Roman" panose="02020603050405020304" pitchFamily="18" charset="0"/>
                <a:cs typeface="Times New Roman" panose="02020603050405020304" pitchFamily="18" charset="0"/>
              </a:rPr>
              <a:t>Provides a high-level blueprint for data structures.</a:t>
            </a:r>
          </a:p>
          <a:p>
            <a:pPr marL="0" indent="0">
              <a:buNone/>
            </a:pPr>
            <a:r>
              <a:rPr lang="en-US" sz="3200" dirty="0">
                <a:latin typeface="Times New Roman" panose="02020603050405020304" pitchFamily="18" charset="0"/>
                <a:cs typeface="Times New Roman" panose="02020603050405020304" pitchFamily="18" charset="0"/>
              </a:rPr>
              <a:t>Allows for separation of concerns, making code more modular and maintainable.</a:t>
            </a:r>
          </a:p>
          <a:p>
            <a:pPr marL="0" indent="0">
              <a:buNone/>
            </a:pPr>
            <a:r>
              <a:rPr lang="en-US" sz="3200" dirty="0">
                <a:latin typeface="Times New Roman" panose="02020603050405020304" pitchFamily="18" charset="0"/>
                <a:cs typeface="Times New Roman" panose="02020603050405020304" pitchFamily="18" charset="0"/>
              </a:rPr>
              <a:t>Supports the development of reusable and extensible software components.</a:t>
            </a:r>
          </a:p>
          <a:p>
            <a:endParaRPr lang="en-US" dirty="0"/>
          </a:p>
        </p:txBody>
      </p:sp>
    </p:spTree>
    <p:extLst>
      <p:ext uri="{BB962C8B-B14F-4D97-AF65-F5344CB8AC3E}">
        <p14:creationId xmlns:p14="http://schemas.microsoft.com/office/powerpoint/2010/main" val="25179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72CDA83-487D-332E-9F9C-15E765BD2C83}"/>
              </a:ext>
            </a:extLst>
          </p:cNvPr>
          <p:cNvGraphicFramePr/>
          <p:nvPr>
            <p:extLst>
              <p:ext uri="{D42A27DB-BD31-4B8C-83A1-F6EECF244321}">
                <p14:modId xmlns:p14="http://schemas.microsoft.com/office/powerpoint/2010/main" val="759138883"/>
              </p:ext>
            </p:extLst>
          </p:nvPr>
        </p:nvGraphicFramePr>
        <p:xfrm>
          <a:off x="838200" y="115747"/>
          <a:ext cx="10515600" cy="1435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48E0E199-9DAE-D136-06EF-CCF9E48D1210}"/>
              </a:ext>
            </a:extLst>
          </p:cNvPr>
          <p:cNvSpPr>
            <a:spLocks noGrp="1"/>
          </p:cNvSpPr>
          <p:nvPr>
            <p:ph idx="1"/>
          </p:nvPr>
        </p:nvSpPr>
        <p:spPr>
          <a:xfrm>
            <a:off x="234429" y="1982502"/>
            <a:ext cx="11306452" cy="4351338"/>
          </a:xfrm>
        </p:spPr>
        <p:txBody>
          <a:bodyPr>
            <a:normAutofit/>
          </a:bodyPr>
          <a:lstStyle/>
          <a:p>
            <a:pPr marL="0" indent="0">
              <a:lnSpc>
                <a:spcPct val="150000"/>
              </a:lnSpc>
              <a:buNone/>
            </a:pPr>
            <a:r>
              <a:rPr lang="en-US" sz="3200" dirty="0">
                <a:latin typeface="Times New Roman" panose="02020603050405020304" pitchFamily="18" charset="0"/>
                <a:cs typeface="Times New Roman" panose="02020603050405020304" pitchFamily="18" charset="0"/>
              </a:rPr>
              <a:t>Managing computer memory is a vital part of computer systems. This involves how the operating system handles memory resources. The relationship between physical and logical memory management is crucial to this process. It affects how much memory is available and how it is used.</a:t>
            </a:r>
          </a:p>
        </p:txBody>
      </p:sp>
    </p:spTree>
    <p:extLst>
      <p:ext uri="{BB962C8B-B14F-4D97-AF65-F5344CB8AC3E}">
        <p14:creationId xmlns:p14="http://schemas.microsoft.com/office/powerpoint/2010/main" val="1674447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719142D-E73F-1DE3-32A8-4F510C5834AD}"/>
              </a:ext>
            </a:extLst>
          </p:cNvPr>
          <p:cNvGraphicFramePr/>
          <p:nvPr>
            <p:extLst>
              <p:ext uri="{D42A27DB-BD31-4B8C-83A1-F6EECF244321}">
                <p14:modId xmlns:p14="http://schemas.microsoft.com/office/powerpoint/2010/main" val="1483594131"/>
              </p:ext>
            </p:extLst>
          </p:nvPr>
        </p:nvGraphicFramePr>
        <p:xfrm>
          <a:off x="1511840" y="115747"/>
          <a:ext cx="8619478" cy="1446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87517BA7-942E-4610-80A3-E91DFE6AAA87}"/>
              </a:ext>
            </a:extLst>
          </p:cNvPr>
          <p:cNvSpPr>
            <a:spLocks noGrp="1"/>
          </p:cNvSpPr>
          <p:nvPr>
            <p:ph idx="1"/>
          </p:nvPr>
        </p:nvSpPr>
        <p:spPr>
          <a:xfrm>
            <a:off x="141411" y="1696900"/>
            <a:ext cx="11421698" cy="4680752"/>
          </a:xfrm>
        </p:spPr>
        <p:txBody>
          <a:bodyPr>
            <a:noAutofit/>
          </a:bodyPr>
          <a:lstStyle/>
          <a:p>
            <a:pPr>
              <a:lnSpc>
                <a:spcPct val="100000"/>
              </a:lnSpc>
            </a:pPr>
            <a:r>
              <a:rPr lang="en-US" sz="3200" b="1" dirty="0">
                <a:latin typeface="Times New Roman" panose="02020603050405020304" pitchFamily="18" charset="0"/>
                <a:cs typeface="Times New Roman" panose="02020603050405020304" pitchFamily="18" charset="0"/>
              </a:rPr>
              <a:t>Definition:</a:t>
            </a:r>
          </a:p>
          <a:p>
            <a:pPr marL="0" indent="0">
              <a:lnSpc>
                <a:spcPct val="100000"/>
              </a:lnSpc>
              <a:buNone/>
            </a:pPr>
            <a:r>
              <a:rPr lang="en-US" sz="3200" dirty="0">
                <a:latin typeface="Times New Roman" panose="02020603050405020304" pitchFamily="18" charset="0"/>
                <a:cs typeface="Times New Roman" panose="02020603050405020304" pitchFamily="18" charset="0"/>
              </a:rPr>
              <a:t>Physical memory, often referred to as RAM (Random Access Memory), is the actual hardware component where data and programs are stored temporarily during execution.</a:t>
            </a:r>
          </a:p>
          <a:p>
            <a:pPr>
              <a:lnSpc>
                <a:spcPct val="100000"/>
              </a:lnSpc>
            </a:pPr>
            <a:r>
              <a:rPr lang="en-US" sz="3200" b="1" dirty="0">
                <a:latin typeface="Times New Roman" panose="02020603050405020304" pitchFamily="18" charset="0"/>
                <a:cs typeface="Times New Roman" panose="02020603050405020304" pitchFamily="18" charset="0"/>
              </a:rPr>
              <a:t>Characteristics:</a:t>
            </a:r>
          </a:p>
          <a:p>
            <a:pPr marL="0" indent="0">
              <a:lnSpc>
                <a:spcPct val="100000"/>
              </a:lnSpc>
              <a:buNone/>
            </a:pPr>
            <a:r>
              <a:rPr lang="en-US" sz="3200" dirty="0">
                <a:latin typeface="Times New Roman" panose="02020603050405020304" pitchFamily="18" charset="0"/>
                <a:cs typeface="Times New Roman" panose="02020603050405020304" pitchFamily="18" charset="0"/>
              </a:rPr>
              <a:t>Limited in size compared to storage devices like hard drives.</a:t>
            </a:r>
          </a:p>
          <a:p>
            <a:pPr marL="0" indent="0">
              <a:lnSpc>
                <a:spcPct val="100000"/>
              </a:lnSpc>
              <a:buNone/>
            </a:pPr>
            <a:r>
              <a:rPr lang="en-US" sz="3200" dirty="0">
                <a:latin typeface="Times New Roman" panose="02020603050405020304" pitchFamily="18" charset="0"/>
                <a:cs typeface="Times New Roman" panose="02020603050405020304" pitchFamily="18" charset="0"/>
              </a:rPr>
              <a:t>Directly accessed by the CPU for faster data retrieval.</a:t>
            </a:r>
          </a:p>
        </p:txBody>
      </p:sp>
    </p:spTree>
    <p:extLst>
      <p:ext uri="{BB962C8B-B14F-4D97-AF65-F5344CB8AC3E}">
        <p14:creationId xmlns:p14="http://schemas.microsoft.com/office/powerpoint/2010/main" val="1931040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32575E7-E0F4-0A56-9382-9834FA465A26}"/>
              </a:ext>
            </a:extLst>
          </p:cNvPr>
          <p:cNvGraphicFramePr/>
          <p:nvPr>
            <p:extLst>
              <p:ext uri="{D42A27DB-BD31-4B8C-83A1-F6EECF244321}">
                <p14:modId xmlns:p14="http://schemas.microsoft.com/office/powerpoint/2010/main" val="383745043"/>
              </p:ext>
            </p:extLst>
          </p:nvPr>
        </p:nvGraphicFramePr>
        <p:xfrm>
          <a:off x="699856" y="115746"/>
          <a:ext cx="10285520" cy="1261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0C5D4B19-6B98-785E-5200-E1801285B8A2}"/>
              </a:ext>
            </a:extLst>
          </p:cNvPr>
          <p:cNvSpPr>
            <a:spLocks noGrp="1"/>
          </p:cNvSpPr>
          <p:nvPr>
            <p:ph idx="1"/>
          </p:nvPr>
        </p:nvSpPr>
        <p:spPr>
          <a:xfrm>
            <a:off x="215685" y="1780674"/>
            <a:ext cx="11022368" cy="4646197"/>
          </a:xfrm>
        </p:spPr>
        <p:txBody>
          <a:bodyPr>
            <a:normAutofit/>
          </a:bodyPr>
          <a:lstStyle/>
          <a:p>
            <a:r>
              <a:rPr lang="en-US" sz="3200" b="1" dirty="0">
                <a:latin typeface="Times New Roman" panose="02020603050405020304" pitchFamily="18" charset="0"/>
                <a:cs typeface="Times New Roman" panose="02020603050405020304" pitchFamily="18" charset="0"/>
              </a:rPr>
              <a:t>Definition:</a:t>
            </a:r>
          </a:p>
          <a:p>
            <a:pPr marL="0" indent="0">
              <a:buNone/>
            </a:pPr>
            <a:r>
              <a:rPr lang="en-US" sz="3200" dirty="0">
                <a:latin typeface="Times New Roman" panose="02020603050405020304" pitchFamily="18" charset="0"/>
                <a:cs typeface="Times New Roman" panose="02020603050405020304" pitchFamily="18" charset="0"/>
              </a:rPr>
              <a:t>Logical memory is the conceptual address space that a program or process sees. It's the range of addresses that the CPU can use to reference data and instructions.</a:t>
            </a:r>
          </a:p>
          <a:p>
            <a:r>
              <a:rPr lang="en-US" sz="3200" b="1" dirty="0">
                <a:latin typeface="Times New Roman" panose="02020603050405020304" pitchFamily="18" charset="0"/>
                <a:cs typeface="Times New Roman" panose="02020603050405020304" pitchFamily="18" charset="0"/>
              </a:rPr>
              <a:t>Characteristics:</a:t>
            </a:r>
          </a:p>
          <a:p>
            <a:pPr marL="0" indent="0">
              <a:buNone/>
            </a:pPr>
            <a:r>
              <a:rPr lang="en-US" sz="3200" dirty="0">
                <a:latin typeface="Times New Roman" panose="02020603050405020304" pitchFamily="18" charset="0"/>
                <a:cs typeface="Times New Roman" panose="02020603050405020304" pitchFamily="18" charset="0"/>
              </a:rPr>
              <a:t>Larger than physical memory and extends to the entire addressable space.</a:t>
            </a:r>
          </a:p>
          <a:p>
            <a:pPr marL="0" indent="0">
              <a:buNone/>
            </a:pPr>
            <a:r>
              <a:rPr lang="en-US" sz="3200" dirty="0">
                <a:latin typeface="Times New Roman" panose="02020603050405020304" pitchFamily="18" charset="0"/>
                <a:cs typeface="Times New Roman" panose="02020603050405020304" pitchFamily="18" charset="0"/>
              </a:rPr>
              <a:t>Provides a uniform address space for all processes, making them independent of the actual physical memory size.</a:t>
            </a:r>
          </a:p>
        </p:txBody>
      </p:sp>
    </p:spTree>
    <p:extLst>
      <p:ext uri="{BB962C8B-B14F-4D97-AF65-F5344CB8AC3E}">
        <p14:creationId xmlns:p14="http://schemas.microsoft.com/office/powerpoint/2010/main" val="1306497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3264846-83AF-C788-4CD7-399D78CAC54C}"/>
              </a:ext>
            </a:extLst>
          </p:cNvPr>
          <p:cNvGraphicFramePr/>
          <p:nvPr>
            <p:extLst>
              <p:ext uri="{D42A27DB-BD31-4B8C-83A1-F6EECF244321}">
                <p14:modId xmlns:p14="http://schemas.microsoft.com/office/powerpoint/2010/main" val="2236056791"/>
              </p:ext>
            </p:extLst>
          </p:nvPr>
        </p:nvGraphicFramePr>
        <p:xfrm>
          <a:off x="485594" y="173620"/>
          <a:ext cx="11220812" cy="1898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E757D1C-574D-2E97-2744-508038ED4FA6}"/>
              </a:ext>
            </a:extLst>
          </p:cNvPr>
          <p:cNvSpPr>
            <a:spLocks noGrp="1"/>
          </p:cNvSpPr>
          <p:nvPr>
            <p:ph idx="1"/>
          </p:nvPr>
        </p:nvSpPr>
        <p:spPr>
          <a:xfrm>
            <a:off x="268119" y="2308305"/>
            <a:ext cx="10515600" cy="3918351"/>
          </a:xfrm>
        </p:spPr>
        <p:txBody>
          <a:bodyPr>
            <a:noAutofit/>
          </a:bodyPr>
          <a:lstStyle/>
          <a:p>
            <a:r>
              <a:rPr lang="en-US" sz="3200" b="1" dirty="0">
                <a:latin typeface="Times New Roman" panose="02020603050405020304" pitchFamily="18" charset="0"/>
                <a:cs typeface="Times New Roman" panose="02020603050405020304" pitchFamily="18" charset="0"/>
              </a:rPr>
              <a:t>Memory Segmentation:</a:t>
            </a:r>
          </a:p>
          <a:p>
            <a:pPr marL="0" indent="0">
              <a:buNone/>
            </a:pPr>
            <a:r>
              <a:rPr lang="en-US" sz="3200" dirty="0">
                <a:latin typeface="Times New Roman" panose="02020603050405020304" pitchFamily="18" charset="0"/>
                <a:cs typeface="Times New Roman" panose="02020603050405020304" pitchFamily="18" charset="0"/>
              </a:rPr>
              <a:t>Logical memory is often divided into segments, each corresponding to a specific type of data or code (e.g., code segment, data segment).</a:t>
            </a:r>
          </a:p>
          <a:p>
            <a:pPr marL="0" indent="0">
              <a:buNone/>
            </a:pPr>
            <a:r>
              <a:rPr lang="en-US" sz="3200" dirty="0">
                <a:latin typeface="Times New Roman" panose="02020603050405020304" pitchFamily="18" charset="0"/>
                <a:cs typeface="Times New Roman" panose="02020603050405020304" pitchFamily="18" charset="0"/>
              </a:rPr>
              <a:t>Physical memory is then divided into corresponding segments, and the mapping is managed by the operating system.</a:t>
            </a:r>
          </a:p>
          <a:p>
            <a:pPr marL="0" indent="0">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178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53CCBED4-9BE1-54B0-A99A-404E7DF3D61C}"/>
              </a:ext>
            </a:extLst>
          </p:cNvPr>
          <p:cNvGraphicFramePr/>
          <p:nvPr>
            <p:extLst>
              <p:ext uri="{D42A27DB-BD31-4B8C-83A1-F6EECF244321}">
                <p14:modId xmlns:p14="http://schemas.microsoft.com/office/powerpoint/2010/main" val="2739145867"/>
              </p:ext>
            </p:extLst>
          </p:nvPr>
        </p:nvGraphicFramePr>
        <p:xfrm>
          <a:off x="220032" y="196828"/>
          <a:ext cx="11751936" cy="1956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5">
            <a:extLst>
              <a:ext uri="{FF2B5EF4-FFF2-40B4-BE49-F238E27FC236}">
                <a16:creationId xmlns:a16="http://schemas.microsoft.com/office/drawing/2014/main" id="{1D75B554-FFB9-23FE-81DA-598905CE37FF}"/>
              </a:ext>
            </a:extLst>
          </p:cNvPr>
          <p:cNvSpPr>
            <a:spLocks noGrp="1"/>
          </p:cNvSpPr>
          <p:nvPr>
            <p:ph type="subTitle" idx="1"/>
          </p:nvPr>
        </p:nvSpPr>
        <p:spPr>
          <a:xfrm>
            <a:off x="571054" y="2559754"/>
            <a:ext cx="9573088" cy="2212835"/>
          </a:xfrm>
        </p:spPr>
        <p:txBody>
          <a:bodyPr>
            <a:noAutofit/>
          </a:bodyPr>
          <a:lstStyle/>
          <a:p>
            <a:pPr marL="457200" indent="-457200"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Paging:</a:t>
            </a:r>
          </a:p>
          <a:p>
            <a:pPr marL="0" indent="0" algn="l">
              <a:buNone/>
            </a:pPr>
            <a:r>
              <a:rPr lang="en-US" sz="3200" dirty="0">
                <a:latin typeface="Times New Roman" panose="02020603050405020304" pitchFamily="18" charset="0"/>
                <a:cs typeface="Times New Roman" panose="02020603050405020304" pitchFamily="18" charset="0"/>
              </a:rPr>
              <a:t>In a paging system, logical memory is divided into fixed-size blocks called pages.</a:t>
            </a:r>
          </a:p>
          <a:p>
            <a:pPr marL="0" indent="0" algn="l">
              <a:buNone/>
            </a:pPr>
            <a:r>
              <a:rPr lang="en-US" sz="3200" dirty="0">
                <a:latin typeface="Times New Roman" panose="02020603050405020304" pitchFamily="18" charset="0"/>
                <a:cs typeface="Times New Roman" panose="02020603050405020304" pitchFamily="18" charset="0"/>
              </a:rPr>
              <a:t>Physical memory is similarly divided into frames. The OS manages the mapping of pages to frames.</a:t>
            </a:r>
          </a:p>
          <a:p>
            <a:endParaRPr lang="en-US" sz="3200" dirty="0"/>
          </a:p>
        </p:txBody>
      </p:sp>
    </p:spTree>
    <p:extLst>
      <p:ext uri="{BB962C8B-B14F-4D97-AF65-F5344CB8AC3E}">
        <p14:creationId xmlns:p14="http://schemas.microsoft.com/office/powerpoint/2010/main" val="576293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A34EA76-E7FE-E2AF-A74A-CAE0E04B5F16}"/>
              </a:ext>
            </a:extLst>
          </p:cNvPr>
          <p:cNvGraphicFramePr/>
          <p:nvPr>
            <p:extLst>
              <p:ext uri="{D42A27DB-BD31-4B8C-83A1-F6EECF244321}">
                <p14:modId xmlns:p14="http://schemas.microsoft.com/office/powerpoint/2010/main" val="180231806"/>
              </p:ext>
            </p:extLst>
          </p:nvPr>
        </p:nvGraphicFramePr>
        <p:xfrm>
          <a:off x="629528" y="111638"/>
          <a:ext cx="10932943" cy="189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8CC0CAC8-F1C1-AF97-E020-98C95A0B72C6}"/>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4884517" y="2148784"/>
            <a:ext cx="7014257" cy="4362114"/>
          </a:xfrm>
        </p:spPr>
      </p:pic>
      <p:sp>
        <p:nvSpPr>
          <p:cNvPr id="2" name="Text Placeholder 1">
            <a:extLst>
              <a:ext uri="{FF2B5EF4-FFF2-40B4-BE49-F238E27FC236}">
                <a16:creationId xmlns:a16="http://schemas.microsoft.com/office/drawing/2014/main" id="{FE4809D5-93D0-FDB3-4020-3E81655FCBEA}"/>
              </a:ext>
            </a:extLst>
          </p:cNvPr>
          <p:cNvSpPr>
            <a:spLocks noGrp="1"/>
          </p:cNvSpPr>
          <p:nvPr>
            <p:ph type="body" sz="half" idx="2"/>
          </p:nvPr>
        </p:nvSpPr>
        <p:spPr>
          <a:xfrm>
            <a:off x="110582" y="2144815"/>
            <a:ext cx="4484567" cy="5056318"/>
          </a:xfrm>
        </p:spPr>
        <p:txBody>
          <a:bodyPr>
            <a:noAutofit/>
          </a:bodyPr>
          <a:lstStyle/>
          <a:p>
            <a:pPr marL="457200" indent="-457200"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Address Translation:</a:t>
            </a:r>
          </a:p>
          <a:p>
            <a:pPr algn="l"/>
            <a:r>
              <a:rPr lang="en-US" sz="3200" dirty="0">
                <a:latin typeface="Times New Roman" panose="02020603050405020304" pitchFamily="18" charset="0"/>
                <a:cs typeface="Times New Roman" panose="02020603050405020304" pitchFamily="18" charset="0"/>
              </a:rPr>
              <a:t>The operating system uses mechanisms like page tables or segment tables to translate logical addresses used by the CPU into corresponding physical addresses in memory.</a:t>
            </a:r>
          </a:p>
          <a:p>
            <a:pPr marL="457200" indent="-457200" algn="l">
              <a:buFont typeface="Arial" panose="020B0604020202020204" pitchFamily="34" charset="0"/>
              <a:buChar char="•"/>
            </a:pPr>
            <a:endParaRPr lang="en-US" sz="3200" dirty="0"/>
          </a:p>
          <a:p>
            <a:endParaRPr lang="en-US" sz="3200" dirty="0"/>
          </a:p>
        </p:txBody>
      </p:sp>
    </p:spTree>
    <p:extLst>
      <p:ext uri="{BB962C8B-B14F-4D97-AF65-F5344CB8AC3E}">
        <p14:creationId xmlns:p14="http://schemas.microsoft.com/office/powerpoint/2010/main" val="2648533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B02E8E4-3F87-B160-6455-6A33E2B1F646}"/>
              </a:ext>
            </a:extLst>
          </p:cNvPr>
          <p:cNvGraphicFramePr/>
          <p:nvPr>
            <p:extLst>
              <p:ext uri="{D42A27DB-BD31-4B8C-83A1-F6EECF244321}">
                <p14:modId xmlns:p14="http://schemas.microsoft.com/office/powerpoint/2010/main" val="3237981928"/>
              </p:ext>
            </p:extLst>
          </p:nvPr>
        </p:nvGraphicFramePr>
        <p:xfrm>
          <a:off x="752354" y="214133"/>
          <a:ext cx="11019752" cy="1878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AC39F488-D2FA-DB28-C24F-C4579E36D4BE}"/>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4816044" y="2280213"/>
            <a:ext cx="7163754" cy="4363654"/>
          </a:xfrm>
        </p:spPr>
      </p:pic>
      <p:sp>
        <p:nvSpPr>
          <p:cNvPr id="2" name="Text Placeholder 1">
            <a:extLst>
              <a:ext uri="{FF2B5EF4-FFF2-40B4-BE49-F238E27FC236}">
                <a16:creationId xmlns:a16="http://schemas.microsoft.com/office/drawing/2014/main" id="{4F5489EB-6493-7F63-835E-7180FDE46B22}"/>
              </a:ext>
            </a:extLst>
          </p:cNvPr>
          <p:cNvSpPr>
            <a:spLocks noGrp="1"/>
          </p:cNvSpPr>
          <p:nvPr>
            <p:ph type="body" sz="half" idx="2"/>
          </p:nvPr>
        </p:nvSpPr>
        <p:spPr>
          <a:xfrm>
            <a:off x="61722" y="2280213"/>
            <a:ext cx="4441805" cy="3428940"/>
          </a:xfrm>
        </p:spPr>
        <p:txBody>
          <a:bodyPr>
            <a:noAutofit/>
          </a:bodyPr>
          <a:lstStyle/>
          <a:p>
            <a:pPr marL="457200" indent="-4572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Virtual Memory:</a:t>
            </a:r>
          </a:p>
          <a:p>
            <a:pPr algn="l"/>
            <a:r>
              <a:rPr lang="en-US" sz="2800" dirty="0">
                <a:latin typeface="Times New Roman" panose="02020603050405020304" pitchFamily="18" charset="0"/>
                <a:cs typeface="Times New Roman" panose="02020603050405020304" pitchFamily="18" charset="0"/>
              </a:rPr>
              <a:t>Virtual memory extends the logical memory by using disk space as an extension of physical memory.</a:t>
            </a:r>
          </a:p>
          <a:p>
            <a:pPr algn="l"/>
            <a:r>
              <a:rPr lang="en-US" sz="2800" dirty="0">
                <a:latin typeface="Times New Roman" panose="02020603050405020304" pitchFamily="18" charset="0"/>
                <a:cs typeface="Times New Roman" panose="02020603050405020304" pitchFamily="18" charset="0"/>
              </a:rPr>
              <a:t>Pages of data are swapped in and out of physical memory as needed, allowing processes to operate as if they have more memory than physically available.</a:t>
            </a:r>
          </a:p>
          <a:p>
            <a:pPr marL="457200" indent="-457200" algn="l">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3821533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60000">
              <a:srgbClr val="CBD8EE">
                <a:lumMod val="79000"/>
                <a:lumOff val="21000"/>
              </a:srgbClr>
            </a:gs>
            <a:gs pos="25160">
              <a:srgbClr val="DDE5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10" name="Diagram 9">
            <a:extLst>
              <a:ext uri="{FF2B5EF4-FFF2-40B4-BE49-F238E27FC236}">
                <a16:creationId xmlns:a16="http://schemas.microsoft.com/office/drawing/2014/main" id="{904BB2E5-4F26-1E99-73C3-E843D8F62DAA}"/>
              </a:ext>
            </a:extLst>
          </p:cNvPr>
          <p:cNvGraphicFramePr/>
          <p:nvPr>
            <p:extLst>
              <p:ext uri="{D42A27DB-BD31-4B8C-83A1-F6EECF244321}">
                <p14:modId xmlns:p14="http://schemas.microsoft.com/office/powerpoint/2010/main" val="1458340157"/>
              </p:ext>
            </p:extLst>
          </p:nvPr>
        </p:nvGraphicFramePr>
        <p:xfrm>
          <a:off x="702197" y="231493"/>
          <a:ext cx="10787605" cy="1681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a:extLst>
              <a:ext uri="{FF2B5EF4-FFF2-40B4-BE49-F238E27FC236}">
                <a16:creationId xmlns:a16="http://schemas.microsoft.com/office/drawing/2014/main" id="{AA5999D7-29C7-4BD2-BB10-63618F8425D6}"/>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5278056" y="2268638"/>
            <a:ext cx="6760239" cy="3970115"/>
          </a:xfrm>
        </p:spPr>
      </p:pic>
      <p:sp>
        <p:nvSpPr>
          <p:cNvPr id="5" name="Text Placeholder 4">
            <a:extLst>
              <a:ext uri="{FF2B5EF4-FFF2-40B4-BE49-F238E27FC236}">
                <a16:creationId xmlns:a16="http://schemas.microsoft.com/office/drawing/2014/main" id="{45F6E66D-8DCF-D9DC-F067-645E4444DFB1}"/>
              </a:ext>
            </a:extLst>
          </p:cNvPr>
          <p:cNvSpPr>
            <a:spLocks noGrp="1"/>
          </p:cNvSpPr>
          <p:nvPr>
            <p:ph type="body" sz="half" idx="2"/>
          </p:nvPr>
        </p:nvSpPr>
        <p:spPr>
          <a:xfrm>
            <a:off x="254841" y="2268639"/>
            <a:ext cx="5023215" cy="4051139"/>
          </a:xfrm>
        </p:spPr>
        <p:txBody>
          <a:bodyPr>
            <a:noAutofit/>
          </a:bodyPr>
          <a:lstStyle/>
          <a:p>
            <a:pPr marL="457200" indent="-457200" algn="l">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Memory Management Unit (MMU):</a:t>
            </a:r>
          </a:p>
          <a:p>
            <a:pPr algn="l"/>
            <a:r>
              <a:rPr lang="en-US" sz="3600" dirty="0">
                <a:latin typeface="Times New Roman" panose="02020603050405020304" pitchFamily="18" charset="0"/>
                <a:cs typeface="Times New Roman" panose="02020603050405020304" pitchFamily="18" charset="0"/>
              </a:rPr>
              <a:t>The MMU, a hardware component, handles the translation of logical addresses to physical addresses during the execution of a program.</a:t>
            </a:r>
          </a:p>
          <a:p>
            <a:endParaRPr lang="en-US" sz="3600" dirty="0"/>
          </a:p>
        </p:txBody>
      </p:sp>
    </p:spTree>
    <p:extLst>
      <p:ext uri="{BB962C8B-B14F-4D97-AF65-F5344CB8AC3E}">
        <p14:creationId xmlns:p14="http://schemas.microsoft.com/office/powerpoint/2010/main" val="3873727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9255</TotalTime>
  <Words>1054</Words>
  <Application>Microsoft Office PowerPoint</Application>
  <PresentationFormat>Widescreen</PresentationFormat>
  <Paragraphs>111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ALGORTHMS</dc:title>
  <dc:creator>WEYORI JOSHUA AKOWUJE</dc:creator>
  <cp:lastModifiedBy>WEYORI JOSHUA AKOWUJE</cp:lastModifiedBy>
  <cp:revision>7</cp:revision>
  <dcterms:created xsi:type="dcterms:W3CDTF">2024-01-16T12:50:16Z</dcterms:created>
  <dcterms:modified xsi:type="dcterms:W3CDTF">2024-01-23T16:25:45Z</dcterms:modified>
</cp:coreProperties>
</file>